
<file path=[Content_Types].xml><?xml version="1.0" encoding="utf-8"?>
<Types xmlns="http://schemas.openxmlformats.org/package/2006/content-types">
  <Default Extension="jpeg" ContentType="image/jpeg"/>
  <Default Extension="JPG" ContentType="image/.jpg"/>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71" r:id="rId5"/>
    <p:sldId id="282" r:id="rId6"/>
    <p:sldId id="258" r:id="rId7"/>
    <p:sldId id="259" r:id="rId8"/>
    <p:sldId id="260" r:id="rId9"/>
    <p:sldId id="283" r:id="rId10"/>
    <p:sldId id="273" r:id="rId11"/>
    <p:sldId id="284" r:id="rId12"/>
    <p:sldId id="268" r:id="rId13"/>
    <p:sldId id="261" r:id="rId14"/>
    <p:sldId id="267" r:id="rId15"/>
    <p:sldId id="262" r:id="rId16"/>
    <p:sldId id="263" r:id="rId17"/>
    <p:sldId id="264" r:id="rId18"/>
    <p:sldId id="277" r:id="rId19"/>
    <p:sldId id="275" r:id="rId20"/>
    <p:sldId id="276" r:id="rId21"/>
    <p:sldId id="295" r:id="rId22"/>
  </p:sldIdLst>
  <p:sldSz cx="12192000" cy="6858000"/>
  <p:notesSz cx="6858000" cy="9144000"/>
  <p:defaultTextStyle>
    <a:defPPr>
      <a:defRPr lang="en-US"/>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8349"/>
    <p:restoredTop sz="94660"/>
  </p:normalViewPr>
  <p:slideViewPr>
    <p:cSldViewPr snapToGrid="0" showGuides="1">
      <p:cViewPr varScale="1">
        <p:scale>
          <a:sx n="58" d="100"/>
          <a:sy n="58" d="100"/>
        </p:scale>
        <p:origin x="60" y="399"/>
      </p:cViewPr>
      <p:guideLst>
        <p:guide orient="horz" pos="2160"/>
        <p:guide pos="381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solidFill>
              <a:effectLst/>
              <a:uLnTx/>
              <a:uFillTx/>
              <a:latin typeface="+mn-lt"/>
              <a:ea typeface="+mn-ea"/>
              <a:cs typeface="+mn-cs"/>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FA2BE3A8-606E-4704-A52B-ABAC5D7C7C35}" type="datetimeFigureOut">
              <a:rPr kumimoji="0" lang="en-IN" sz="1200" b="0" i="0" u="none" strike="noStrike" kern="1200" cap="none" spc="0" normalizeH="0" baseline="0" noProof="0">
                <a:ln>
                  <a:noFill/>
                </a:ln>
                <a:solidFill>
                  <a:schemeClr val="tx1"/>
                </a:solidFill>
                <a:effectLst/>
                <a:uLnTx/>
                <a:uFillTx/>
                <a:latin typeface="+mn-lt"/>
                <a:ea typeface="+mn-ea"/>
                <a:cs typeface="+mn-cs"/>
              </a:rPr>
            </a:fld>
            <a:endParaRPr kumimoji="0" lang="en-IN" sz="1200" b="0" i="0" u="none" strike="noStrike" kern="1200" cap="none" spc="0" normalizeH="0" baseline="0" noProof="0">
              <a:ln>
                <a:noFill/>
              </a:ln>
              <a:solidFill>
                <a:schemeClr val="tx1"/>
              </a:solidFill>
              <a:effectLst/>
              <a:uLnTx/>
              <a:uFillTx/>
              <a:latin typeface="+mn-lt"/>
              <a:ea typeface="+mn-ea"/>
              <a:cs typeface="+mn-cs"/>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en-IN" sz="1200" b="0" i="0" u="none" strike="noStrike" kern="1200" cap="none" spc="0" normalizeH="0" baseline="0" noProof="0">
              <a:ln>
                <a:noFill/>
              </a:ln>
              <a:solidFill>
                <a:schemeClr val="tx1"/>
              </a:solidFill>
              <a:effectLst/>
              <a:uLnTx/>
              <a:uFillTx/>
              <a:latin typeface="+mn-lt"/>
              <a:ea typeface="+mn-ea"/>
              <a:cs typeface="+mn-cs"/>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Edit Master text styles</a:t>
            </a:r>
            <a:endParaRPr kumimoji="0" lang="en-US" sz="1200" b="0" i="0" u="none" strike="noStrike" kern="1200" cap="none" spc="0" normalizeH="0" baseline="0" noProof="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Second level</a:t>
            </a:r>
            <a:endParaRPr kumimoji="0" lang="en-US" sz="1200" b="0" i="0" u="none" strike="noStrike" kern="1200" cap="none" spc="0" normalizeH="0" baseline="0" noProof="0">
              <a:ln>
                <a:noFill/>
              </a:ln>
              <a:solidFill>
                <a:schemeClr val="tx1"/>
              </a:solidFill>
              <a:effectLst/>
              <a:uLnTx/>
              <a:uFillTx/>
              <a:latin typeface="+mn-lt"/>
              <a:ea typeface="+mn-ea"/>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Third level</a:t>
            </a:r>
            <a:endParaRPr kumimoji="0" lang="en-US" sz="1200" b="0" i="0" u="none" strike="noStrike" kern="1200" cap="none" spc="0" normalizeH="0" baseline="0" noProof="0">
              <a:ln>
                <a:noFill/>
              </a:ln>
              <a:solidFill>
                <a:schemeClr val="tx1"/>
              </a:solidFill>
              <a:effectLst/>
              <a:uLnTx/>
              <a:uFillTx/>
              <a:latin typeface="+mn-lt"/>
              <a:ea typeface="+mn-ea"/>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Fourth level</a:t>
            </a:r>
            <a:endParaRPr kumimoji="0" lang="en-US" sz="1200" b="0" i="0" u="none" strike="noStrike" kern="1200" cap="none" spc="0" normalizeH="0" baseline="0" noProof="0">
              <a:ln>
                <a:noFill/>
              </a:ln>
              <a:solidFill>
                <a:schemeClr val="tx1"/>
              </a:solidFill>
              <a:effectLst/>
              <a:uLnTx/>
              <a:uFillTx/>
              <a:latin typeface="+mn-lt"/>
              <a:ea typeface="+mn-ea"/>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Fifth level</a:t>
            </a:r>
            <a:endParaRPr kumimoji="0" lang="en-IN" sz="1200" b="0" i="0" u="none" strike="noStrike" kern="1200" cap="none" spc="0" normalizeH="0" baseline="0" noProof="0">
              <a:ln>
                <a:noFill/>
              </a:ln>
              <a:solidFill>
                <a:schemeClr val="tx1"/>
              </a:solidFill>
              <a:effectLst/>
              <a:uLnTx/>
              <a:uFillTx/>
              <a:latin typeface="+mn-lt"/>
              <a:ea typeface="+mn-ea"/>
              <a:cs typeface="+mn-cs"/>
            </a:endParaRPr>
          </a:p>
        </p:txBody>
      </p:sp>
      <p:sp>
        <p:nvSpPr>
          <p:cNvPr id="6" name="Footer Placeholder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solidFill>
              <a:effectLst/>
              <a:uLnTx/>
              <a:uFillTx/>
              <a:latin typeface="+mn-lt"/>
              <a:ea typeface="+mn-ea"/>
              <a:cs typeface="+mn-cs"/>
            </a:endParaRPr>
          </a:p>
        </p:txBody>
      </p:sp>
      <p:sp>
        <p:nvSpPr>
          <p:cNvPr id="7" name="Slide Number Placeholder 6"/>
          <p:cNvSpPr>
            <a:spLocks noGrp="1"/>
          </p:cNvSpPr>
          <p:nvPr>
            <p:ph type="sldNum" sz="quarter" idx="5"/>
          </p:nvPr>
        </p:nvSpPr>
        <p:spPr>
          <a:xfrm>
            <a:off x="3884613" y="8685213"/>
            <a:ext cx="2971800" cy="458788"/>
          </a:xfrm>
          <a:prstGeom prst="rect">
            <a:avLst/>
          </a:prstGeom>
        </p:spPr>
        <p:txBody>
          <a:bodyPr vert="horz" wrap="square" lIns="91440" tIns="45720" rIns="91440" bIns="45720" numCol="1" anchor="b" anchorCtr="0" compatLnSpc="1"/>
          <a:p>
            <a:pPr lvl="0" algn="r" eaLnBrk="1" hangingPunct="1"/>
            <a:fld id="{9A0DB2DC-4C9A-4742-B13C-FB6460FD3503}" type="slidenum">
              <a:rPr lang="en-IN" altLang="en-US" sz="1200" dirty="0"/>
            </a:fld>
            <a:endParaRPr lang="en-IN" altLang="en-US" sz="1200" dirty="0"/>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5122" name="Rectangle 8"/>
          <p:cNvSpPr txBox="1">
            <a:spLocks noGrp="1"/>
          </p:cNvSpPr>
          <p:nvPr>
            <p:ph type="sldNum" sz="quarter"/>
          </p:nvPr>
        </p:nvSpPr>
        <p:spPr>
          <a:xfrm>
            <a:off x="3884613" y="8685213"/>
            <a:ext cx="2971800" cy="458787"/>
          </a:xfrm>
          <a:prstGeom prst="rect">
            <a:avLst/>
          </a:prstGeom>
          <a:noFill/>
          <a:ln w="9525">
            <a:noFill/>
          </a:ln>
        </p:spPr>
        <p:txBody>
          <a:bodyPr anchor="b" anchorCtr="0"/>
          <a:p>
            <a:pPr marL="215900" lvl="0" indent="-215900" algn="r" defTabSz="914400" eaLnBrk="1" hangingPunct="1">
              <a:spcBef>
                <a:spcPts val="25"/>
              </a:spcBef>
              <a:spcAft>
                <a:spcPts val="25"/>
              </a:spcAft>
              <a:buSzPct val="4500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pPr>
            <a:fld id="{9A0DB2DC-4C9A-4742-B13C-FB6460FD3503}" type="slidenum">
              <a:rPr lang="en-IN" altLang="en-US" sz="1200" dirty="0">
                <a:solidFill>
                  <a:srgbClr val="000000"/>
                </a:solidFill>
                <a:latin typeface="Times New Roman" panose="02020603050405020304" pitchFamily="18" charset="0"/>
                <a:ea typeface="Microsoft YaHei" panose="020B0503020204020204" pitchFamily="34" charset="-122"/>
              </a:rPr>
            </a:fld>
            <a:endParaRPr lang="en-IN" altLang="en-US" sz="1200" dirty="0">
              <a:solidFill>
                <a:srgbClr val="000000"/>
              </a:solidFill>
              <a:latin typeface="Times New Roman" panose="02020603050405020304" pitchFamily="18" charset="0"/>
              <a:ea typeface="Microsoft YaHei" panose="020B0503020204020204" pitchFamily="34" charset="-122"/>
            </a:endParaRPr>
          </a:p>
        </p:txBody>
      </p:sp>
      <p:sp>
        <p:nvSpPr>
          <p:cNvPr id="5123" name="Rectangle 1"/>
          <p:cNvSpPr>
            <a:spLocks noGrp="1" noRot="1" noChangeAspect="1" noTextEdit="1"/>
          </p:cNvSpPr>
          <p:nvPr>
            <p:ph type="sldImg"/>
          </p:nvPr>
        </p:nvSpPr>
        <p:spPr>
          <a:solidFill>
            <a:srgbClr val="FFFFFF">
              <a:alpha val="100000"/>
            </a:srgbClr>
          </a:solidFill>
          <a:ln>
            <a:solidFill>
              <a:srgbClr val="000000"/>
            </a:solidFill>
            <a:miter/>
          </a:ln>
        </p:spPr>
      </p:sp>
      <p:sp>
        <p:nvSpPr>
          <p:cNvPr id="5124" name="Rectangle 2"/>
          <p:cNvSpPr>
            <a:spLocks noGrp="1"/>
          </p:cNvSpPr>
          <p:nvPr>
            <p:ph type="body" idx="1"/>
          </p:nvPr>
        </p:nvSpPr>
        <p:spPr>
          <a:noFill/>
          <a:ln>
            <a:noFill/>
          </a:ln>
        </p:spPr>
        <p:txBody>
          <a:bodyPr wrap="none" lIns="91440" tIns="45720" rIns="91440" bIns="45720" anchor="ctr" anchorCtr="0"/>
          <a:p>
            <a:pPr lvl="0"/>
            <a:endParaRPr lang="en-US"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4338" name="Rectangle 8"/>
          <p:cNvSpPr txBox="1">
            <a:spLocks noGrp="1"/>
          </p:cNvSpPr>
          <p:nvPr>
            <p:ph type="sldNum" sz="quarter"/>
          </p:nvPr>
        </p:nvSpPr>
        <p:spPr>
          <a:xfrm>
            <a:off x="3884613" y="8685213"/>
            <a:ext cx="2971800" cy="458787"/>
          </a:xfrm>
          <a:prstGeom prst="rect">
            <a:avLst/>
          </a:prstGeom>
          <a:noFill/>
          <a:ln w="9525">
            <a:noFill/>
          </a:ln>
        </p:spPr>
        <p:txBody>
          <a:bodyPr anchor="b" anchorCtr="0"/>
          <a:p>
            <a:pPr marL="215900" lvl="0" indent="-215900" algn="r" defTabSz="914400" eaLnBrk="1" hangingPunct="1">
              <a:spcBef>
                <a:spcPts val="25"/>
              </a:spcBef>
              <a:spcAft>
                <a:spcPts val="25"/>
              </a:spcAft>
              <a:buSzPct val="4500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pPr>
            <a:fld id="{9A0DB2DC-4C9A-4742-B13C-FB6460FD3503}" type="slidenum">
              <a:rPr lang="en-IN" altLang="en-US" sz="1200" dirty="0">
                <a:solidFill>
                  <a:srgbClr val="000000"/>
                </a:solidFill>
                <a:latin typeface="Times New Roman" panose="02020603050405020304" pitchFamily="18" charset="0"/>
                <a:ea typeface="Microsoft YaHei" panose="020B0503020204020204" pitchFamily="34" charset="-122"/>
              </a:rPr>
            </a:fld>
            <a:endParaRPr lang="en-IN" altLang="en-US" sz="1200" dirty="0">
              <a:solidFill>
                <a:srgbClr val="000000"/>
              </a:solidFill>
              <a:latin typeface="Times New Roman" panose="02020603050405020304" pitchFamily="18" charset="0"/>
              <a:ea typeface="Microsoft YaHei" panose="020B0503020204020204" pitchFamily="34" charset="-122"/>
            </a:endParaRPr>
          </a:p>
        </p:txBody>
      </p:sp>
      <p:sp>
        <p:nvSpPr>
          <p:cNvPr id="14339" name="Rectangle 1"/>
          <p:cNvSpPr>
            <a:spLocks noGrp="1" noRot="1" noChangeAspect="1" noTextEdit="1"/>
          </p:cNvSpPr>
          <p:nvPr>
            <p:ph type="sldImg"/>
          </p:nvPr>
        </p:nvSpPr>
        <p:spPr>
          <a:solidFill>
            <a:srgbClr val="FFFFFF">
              <a:alpha val="100000"/>
            </a:srgbClr>
          </a:solidFill>
          <a:ln>
            <a:solidFill>
              <a:srgbClr val="000000"/>
            </a:solidFill>
            <a:miter/>
          </a:ln>
        </p:spPr>
      </p:sp>
      <p:sp>
        <p:nvSpPr>
          <p:cNvPr id="14340" name="Rectangle 2"/>
          <p:cNvSpPr>
            <a:spLocks noGrp="1"/>
          </p:cNvSpPr>
          <p:nvPr>
            <p:ph type="body" idx="1"/>
          </p:nvPr>
        </p:nvSpPr>
        <p:spPr>
          <a:noFill/>
          <a:ln>
            <a:noFill/>
          </a:ln>
        </p:spPr>
        <p:txBody>
          <a:bodyPr wrap="none" lIns="91440" tIns="45720" rIns="91440" bIns="45720" anchor="ctr" anchorCtr="0"/>
          <a:p>
            <a:pPr lvl="0"/>
            <a:endParaRPr lang="en-US"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bg1"/>
        </a:solidFill>
        <a:effectLst/>
      </p:bgPr>
    </p:bg>
    <p:spTree>
      <p:nvGrpSpPr>
        <p:cNvPr id="1" name=""/>
        <p:cNvGrpSpPr/>
        <p:nvPr/>
      </p:nvGrpSpPr>
      <p:grpSpPr>
        <a:xfrm>
          <a:off x="0" y="0"/>
          <a:ext cx="0" cy="0"/>
          <a:chOff x="0" y="0"/>
          <a:chExt cx="0" cy="0"/>
        </a:xfrm>
      </p:grpSpPr>
      <p:sp>
        <p:nvSpPr>
          <p:cNvPr id="4" name="Rectangle 1"/>
          <p:cNvSpPr/>
          <p:nvPr/>
        </p:nvSpPr>
        <p:spPr>
          <a:xfrm>
            <a:off x="0" y="0"/>
            <a:ext cx="12192000" cy="2413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800" b="0" i="0" u="none" strike="noStrike" kern="1200" cap="none" spc="0" normalizeH="0" baseline="0" noProof="0">
              <a:ln>
                <a:noFill/>
              </a:ln>
              <a:solidFill>
                <a:schemeClr val="lt1"/>
              </a:solidFill>
              <a:effectLst/>
              <a:uLnTx/>
              <a:uFillTx/>
              <a:latin typeface="+mn-lt"/>
              <a:ea typeface="+mn-ea"/>
              <a:cs typeface="+mn-cs"/>
            </a:endParaRPr>
          </a:p>
        </p:txBody>
      </p:sp>
      <p:sp>
        <p:nvSpPr>
          <p:cNvPr id="5" name="Rectangle 2"/>
          <p:cNvSpPr/>
          <p:nvPr/>
        </p:nvSpPr>
        <p:spPr>
          <a:xfrm>
            <a:off x="0" y="6553200"/>
            <a:ext cx="12192000" cy="314325"/>
          </a:xfrm>
          <a:prstGeom prst="rect">
            <a:avLst/>
          </a:prstGeom>
          <a:ln>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800" b="0" i="0" u="none" strike="noStrike" kern="1200" cap="none" spc="0" normalizeH="0" baseline="0" noProof="0" dirty="0">
                <a:ln>
                  <a:noFill/>
                </a:ln>
                <a:solidFill>
                  <a:schemeClr val="tx1"/>
                </a:solidFill>
                <a:effectLst/>
                <a:uLnTx/>
                <a:uFillTx/>
                <a:latin typeface="+mn-lt"/>
                <a:ea typeface="+mn-ea"/>
                <a:cs typeface="+mn-cs"/>
              </a:rPr>
              <a:t>MRCET | Department of Emerging Technologies | Project Development (Major) PPT| IV Year </a:t>
            </a:r>
            <a:r>
              <a:rPr kumimoji="0" lang="en-IN" sz="1800" b="0" i="0" u="none" strike="noStrike" kern="1200" cap="none" spc="0" normalizeH="0" baseline="0" noProof="0" dirty="0" err="1">
                <a:ln>
                  <a:noFill/>
                </a:ln>
                <a:solidFill>
                  <a:schemeClr val="tx1"/>
                </a:solidFill>
                <a:effectLst/>
                <a:uLnTx/>
                <a:uFillTx/>
                <a:latin typeface="+mn-lt"/>
                <a:ea typeface="+mn-ea"/>
                <a:cs typeface="+mn-cs"/>
              </a:rPr>
              <a:t>B.Tech</a:t>
            </a:r>
            <a:r>
              <a:rPr kumimoji="0" lang="en-IN" sz="1800" b="0" i="0" u="none" strike="noStrike" kern="1200" cap="none" spc="0" normalizeH="0" baseline="0" noProof="0" dirty="0">
                <a:ln>
                  <a:noFill/>
                </a:ln>
                <a:solidFill>
                  <a:schemeClr val="tx1"/>
                </a:solidFill>
                <a:effectLst/>
                <a:uLnTx/>
                <a:uFillTx/>
                <a:latin typeface="+mn-lt"/>
                <a:ea typeface="+mn-ea"/>
                <a:cs typeface="+mn-cs"/>
              </a:rPr>
              <a:t>-II Semester</a:t>
            </a:r>
            <a:endParaRPr kumimoji="0" lang="en-IN" sz="1800" b="0" i="0" u="none" strike="noStrike" kern="1200" cap="none" spc="0" normalizeH="0" baseline="0" noProof="0" dirty="0">
              <a:ln>
                <a:noFill/>
              </a:ln>
              <a:solidFill>
                <a:schemeClr val="tx1"/>
              </a:solidFill>
              <a:effectLst/>
              <a:uLnTx/>
              <a:uFillTx/>
              <a:latin typeface="+mn-lt"/>
              <a:ea typeface="+mn-ea"/>
              <a:cs typeface="+mn-cs"/>
            </a:endParaRPr>
          </a:p>
        </p:txBody>
      </p:sp>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9"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05FB3937-CA42-4091-921C-3474B8688194}" type="datetimeFigureOut">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10"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1" name="Slide Number Placeholder 5"/>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p>
            <a:pPr algn="r" eaLnBrk="1" hangingPunct="1"/>
            <a:fld id="{9A0DB2DC-4C9A-4742-B13C-FB6460FD3503}" type="slidenum">
              <a:rPr lang="en-IN" altLang="en-US" dirty="0"/>
            </a:fld>
            <a:endParaRPr lang="en-I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830FCBF3-03FC-42A0-9F0F-B0002C7B39E2}" type="datetimeFigureOut">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eaLnBrk="1" hangingPunct="1"/>
            <a:fld id="{9A0DB2DC-4C9A-4742-B13C-FB6460FD3503}" type="slidenum">
              <a:rPr lang="en-IN" altLang="en-US" dirty="0">
                <a:latin typeface="Calibri" panose="020F0502020204030204" pitchFamily="34" charset="0"/>
              </a:rPr>
            </a:fld>
            <a:endParaRPr lang="en-IN" altLang="en-US" dirty="0">
              <a:latin typeface="Calibri" panose="020F050202020403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endParaRPr lang="en-US"/>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830FCBF3-03FC-42A0-9F0F-B0002C7B39E2}" type="datetimeFigureOut">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eaLnBrk="1" hangingPunct="1"/>
            <a:fld id="{9A0DB2DC-4C9A-4742-B13C-FB6460FD3503}" type="slidenum">
              <a:rPr lang="en-IN" altLang="en-US" dirty="0">
                <a:latin typeface="Calibri" panose="020F0502020204030204" pitchFamily="34" charset="0"/>
              </a:rPr>
            </a:fld>
            <a:endParaRPr lang="en-IN" altLang="en-US" dirty="0">
              <a:latin typeface="Calibri" panose="020F050202020403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Date Placeholder 4"/>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830FCBF3-03FC-42A0-9F0F-B0002C7B39E2}" type="datetimeFigureOut">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p>
            <a:pPr lvl="0" eaLnBrk="1" hangingPunct="1"/>
            <a:fld id="{9A0DB2DC-4C9A-4742-B13C-FB6460FD3503}" type="slidenum">
              <a:rPr lang="en-IN" altLang="en-US" dirty="0">
                <a:latin typeface="Calibri" panose="020F0502020204030204" pitchFamily="34" charset="0"/>
              </a:rPr>
            </a:fld>
            <a:endParaRPr lang="en-IN" altLang="en-US" dirty="0">
              <a:latin typeface="Calibri" panose="020F050202020403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7" name="Date Placeholder 6"/>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830FCBF3-03FC-42A0-9F0F-B0002C7B39E2}" type="datetimeFigureOut">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Footer Placeholder 7"/>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9" name="Slide Number Placeholder 8"/>
          <p:cNvSpPr>
            <a:spLocks noGrp="1"/>
          </p:cNvSpPr>
          <p:nvPr>
            <p:ph type="sldNum" sz="quarter" idx="12"/>
          </p:nvPr>
        </p:nvSpPr>
        <p:spPr/>
        <p:txBody>
          <a:bodyPr/>
          <a:p>
            <a:pPr lvl="0" eaLnBrk="1" hangingPunct="1"/>
            <a:fld id="{9A0DB2DC-4C9A-4742-B13C-FB6460FD3503}" type="slidenum">
              <a:rPr lang="en-IN" altLang="en-US" dirty="0">
                <a:latin typeface="Calibri" panose="020F0502020204030204" pitchFamily="34" charset="0"/>
              </a:rPr>
            </a:fld>
            <a:endParaRPr lang="en-IN" altLang="en-US" dirty="0">
              <a:latin typeface="Calibri" panose="020F050202020403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830FCBF3-03FC-42A0-9F0F-B0002C7B39E2}" type="datetimeFigureOut">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Footer Placeholder 3"/>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Slide Number Placeholder 4"/>
          <p:cNvSpPr>
            <a:spLocks noGrp="1"/>
          </p:cNvSpPr>
          <p:nvPr>
            <p:ph type="sldNum" sz="quarter" idx="12"/>
          </p:nvPr>
        </p:nvSpPr>
        <p:spPr/>
        <p:txBody>
          <a:bodyPr/>
          <a:p>
            <a:pPr lvl="0" eaLnBrk="1" hangingPunct="1"/>
            <a:fld id="{9A0DB2DC-4C9A-4742-B13C-FB6460FD3503}" type="slidenum">
              <a:rPr lang="en-IN" altLang="en-US" dirty="0">
                <a:latin typeface="Calibri" panose="020F0502020204030204" pitchFamily="34" charset="0"/>
              </a:rPr>
            </a:fld>
            <a:endParaRPr lang="en-IN" altLang="en-US" dirty="0">
              <a:latin typeface="Calibri" panose="020F050202020403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830FCBF3-03FC-42A0-9F0F-B0002C7B39E2}" type="datetimeFigureOut">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3" name="Footer Placeholder 2"/>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Slide Number Placeholder 3"/>
          <p:cNvSpPr>
            <a:spLocks noGrp="1"/>
          </p:cNvSpPr>
          <p:nvPr>
            <p:ph type="sldNum" sz="quarter" idx="12"/>
          </p:nvPr>
        </p:nvSpPr>
        <p:spPr/>
        <p:txBody>
          <a:bodyPr/>
          <a:p>
            <a:pPr lvl="0" eaLnBrk="1" hangingPunct="1"/>
            <a:fld id="{9A0DB2DC-4C9A-4742-B13C-FB6460FD3503}" type="slidenum">
              <a:rPr lang="en-IN" altLang="en-US" dirty="0">
                <a:latin typeface="Calibri" panose="020F0502020204030204" pitchFamily="34" charset="0"/>
              </a:rPr>
            </a:fld>
            <a:endParaRPr lang="en-IN" altLang="en-US" dirty="0">
              <a:latin typeface="Calibri" panose="020F050202020403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endParaRPr lang="en-US"/>
          </a:p>
        </p:txBody>
      </p:sp>
      <p:sp>
        <p:nvSpPr>
          <p:cNvPr id="5" name="Date Placeholder 4"/>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830FCBF3-03FC-42A0-9F0F-B0002C7B39E2}" type="datetimeFigureOut">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p>
            <a:pPr lvl="0" eaLnBrk="1" hangingPunct="1"/>
            <a:fld id="{9A0DB2DC-4C9A-4742-B13C-FB6460FD3503}" type="slidenum">
              <a:rPr lang="en-IN" altLang="en-US" dirty="0">
                <a:latin typeface="Calibri" panose="020F0502020204030204" pitchFamily="34" charset="0"/>
              </a:rPr>
            </a:fld>
            <a:endParaRPr lang="en-IN" altLang="en-US" dirty="0">
              <a:latin typeface="Calibri" panose="020F050202020403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vert="horz" wrap="square" lIns="91440" tIns="45720" rIns="91440" bIns="45720" numCol="1" rtlCol="0" anchor="t" anchorCtr="0" compatLnSpc="1">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defRPr/>
            </a:pPr>
            <a:endParaRPr kumimoji="0" lang="en-IN" sz="3200" b="0" i="0" u="none" strike="noStrike" kern="120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endParaRPr lang="en-US"/>
          </a:p>
        </p:txBody>
      </p:sp>
      <p:sp>
        <p:nvSpPr>
          <p:cNvPr id="5" name="Date Placeholder 4"/>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830FCBF3-03FC-42A0-9F0F-B0002C7B39E2}" type="datetimeFigureOut">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p>
            <a:pPr lvl="0" eaLnBrk="1" hangingPunct="1"/>
            <a:fld id="{9A0DB2DC-4C9A-4742-B13C-FB6460FD3503}" type="slidenum">
              <a:rPr lang="en-IN" altLang="en-US" dirty="0">
                <a:latin typeface="Calibri" panose="020F0502020204030204" pitchFamily="34" charset="0"/>
              </a:rPr>
            </a:fld>
            <a:endParaRPr lang="en-IN" altLang="en-US" dirty="0">
              <a:latin typeface="Calibri" panose="020F050202020403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830FCBF3-03FC-42A0-9F0F-B0002C7B39E2}" type="datetimeFigureOut">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eaLnBrk="1" hangingPunct="1"/>
            <a:fld id="{9A0DB2DC-4C9A-4742-B13C-FB6460FD3503}" type="slidenum">
              <a:rPr lang="en-IN" altLang="en-US" dirty="0">
                <a:latin typeface="Calibri" panose="020F0502020204030204" pitchFamily="34" charset="0"/>
              </a:rPr>
            </a:fld>
            <a:endParaRPr lang="en-IN" altLang="en-US" dirty="0">
              <a:latin typeface="Calibri" panose="020F050202020403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830FCBF3-03FC-42A0-9F0F-B0002C7B39E2}" type="datetimeFigureOut">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eaLnBrk="1" hangingPunct="1"/>
            <a:fld id="{9A0DB2DC-4C9A-4742-B13C-FB6460FD3503}" type="slidenum">
              <a:rPr lang="en-IN" altLang="en-US" dirty="0">
                <a:latin typeface="Calibri" panose="020F0502020204030204" pitchFamily="34" charset="0"/>
              </a:rPr>
            </a:fld>
            <a:endParaRPr lang="en-IN" altLang="en-US" dirty="0">
              <a:latin typeface="Calibri" panose="020F050202020403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2.jpeg"/><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Title Placeholder 1"/>
          <p:cNvSpPr>
            <a:spLocks noGrp="1"/>
          </p:cNvSpPr>
          <p:nvPr>
            <p:ph type="title"/>
          </p:nvPr>
        </p:nvSpPr>
        <p:spPr>
          <a:xfrm>
            <a:off x="838200" y="365125"/>
            <a:ext cx="10515600" cy="1325563"/>
          </a:xfrm>
          <a:prstGeom prst="rect">
            <a:avLst/>
          </a:prstGeom>
          <a:noFill/>
          <a:ln w="9525">
            <a:noFill/>
          </a:ln>
        </p:spPr>
        <p:txBody>
          <a:bodyPr anchor="ctr" anchorCtr="0"/>
          <a:p>
            <a:pPr lvl="0"/>
            <a:r>
              <a:rPr lang="en-US" altLang="en-US" dirty="0"/>
              <a:t>Click to edit Master title style</a:t>
            </a:r>
            <a:endParaRPr lang="en-IN" altLang="en-US" dirty="0"/>
          </a:p>
        </p:txBody>
      </p:sp>
      <p:sp>
        <p:nvSpPr>
          <p:cNvPr id="1027" name="Text Placeholder 2"/>
          <p:cNvSpPr>
            <a:spLocks noGrp="1"/>
          </p:cNvSpPr>
          <p:nvPr>
            <p:ph type="body" idx="1"/>
          </p:nvPr>
        </p:nvSpPr>
        <p:spPr>
          <a:xfrm>
            <a:off x="838200" y="1825625"/>
            <a:ext cx="10515600" cy="4351338"/>
          </a:xfrm>
          <a:prstGeom prst="rect">
            <a:avLst/>
          </a:prstGeom>
          <a:noFill/>
          <a:ln w="9525">
            <a:noFill/>
          </a:ln>
        </p:spPr>
        <p:txBody>
          <a:bodyPr/>
          <a:p>
            <a:pPr lvl="0"/>
            <a:r>
              <a:rPr lang="en-US" altLang="en-US" dirty="0"/>
              <a:t>Edit Master text styles</a:t>
            </a:r>
            <a:endParaRPr lang="en-US" altLang="en-US" dirty="0"/>
          </a:p>
          <a:p>
            <a:pPr lvl="1"/>
            <a:r>
              <a:rPr lang="en-US" altLang="en-US" dirty="0"/>
              <a:t>Second level</a:t>
            </a:r>
            <a:endParaRPr lang="en-US" altLang="en-US" dirty="0"/>
          </a:p>
          <a:p>
            <a:pPr lvl="2"/>
            <a:r>
              <a:rPr lang="en-US" altLang="en-US" dirty="0"/>
              <a:t>Third level</a:t>
            </a:r>
            <a:endParaRPr lang="en-US" altLang="en-US" dirty="0"/>
          </a:p>
          <a:p>
            <a:pPr lvl="3"/>
            <a:r>
              <a:rPr lang="en-US" altLang="en-US" dirty="0"/>
              <a:t>Fourth level</a:t>
            </a:r>
            <a:endParaRPr lang="en-US" altLang="en-US" dirty="0"/>
          </a:p>
          <a:p>
            <a:pPr lvl="4"/>
            <a:r>
              <a:rPr lang="en-US" altLang="en-US" dirty="0"/>
              <a:t>Fifth level</a:t>
            </a:r>
            <a:endParaRPr lang="en-IN" alt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830FCBF3-03FC-42A0-9F0F-B0002C7B39E2}" type="datetimeFigureOut">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lstStyle>
            <a:lvl1pPr algn="r">
              <a:defRPr sz="1200">
                <a:solidFill>
                  <a:srgbClr val="898989"/>
                </a:solidFill>
              </a:defRPr>
            </a:lvl1pPr>
          </a:lstStyle>
          <a:p>
            <a:pPr lvl="0" eaLnBrk="1" hangingPunct="1"/>
            <a:fld id="{9A0DB2DC-4C9A-4742-B13C-FB6460FD3503}" type="slidenum">
              <a:rPr lang="en-IN" altLang="en-US" dirty="0">
                <a:latin typeface="Calibri" panose="020F0502020204030204" pitchFamily="34" charset="0"/>
              </a:rPr>
            </a:fld>
            <a:endParaRPr lang="en-IN" altLang="en-US" dirty="0">
              <a:latin typeface="Calibri" panose="020F0502020204030204" pitchFamily="34" charset="0"/>
            </a:endParaRPr>
          </a:p>
        </p:txBody>
      </p:sp>
      <p:sp>
        <p:nvSpPr>
          <p:cNvPr id="7" name="Rectangle 6"/>
          <p:cNvSpPr/>
          <p:nvPr/>
        </p:nvSpPr>
        <p:spPr>
          <a:xfrm>
            <a:off x="0" y="0"/>
            <a:ext cx="12192000" cy="2413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800" b="0" i="0" u="none" strike="noStrike" kern="1200" cap="none" spc="0" normalizeH="0" baseline="0" noProof="0">
              <a:ln>
                <a:noFill/>
              </a:ln>
              <a:solidFill>
                <a:schemeClr val="lt1"/>
              </a:solidFill>
              <a:effectLst/>
              <a:uLnTx/>
              <a:uFillTx/>
              <a:latin typeface="+mn-lt"/>
              <a:ea typeface="+mn-ea"/>
              <a:cs typeface="+mn-cs"/>
            </a:endParaRPr>
          </a:p>
        </p:txBody>
      </p:sp>
      <p:sp>
        <p:nvSpPr>
          <p:cNvPr id="8" name="Rectangle 7"/>
          <p:cNvSpPr/>
          <p:nvPr/>
        </p:nvSpPr>
        <p:spPr>
          <a:xfrm>
            <a:off x="0" y="6553200"/>
            <a:ext cx="12192000" cy="314325"/>
          </a:xfrm>
          <a:prstGeom prst="rect">
            <a:avLst/>
          </a:prstGeom>
          <a:ln>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800" b="0" i="0" u="none" strike="noStrike" kern="1200" cap="none" spc="0" normalizeH="0" baseline="0" noProof="0" dirty="0">
                <a:ln>
                  <a:noFill/>
                </a:ln>
                <a:solidFill>
                  <a:schemeClr val="tx1"/>
                </a:solidFill>
                <a:effectLst/>
                <a:uLnTx/>
                <a:uFillTx/>
                <a:latin typeface="+mn-lt"/>
                <a:ea typeface="+mn-ea"/>
                <a:cs typeface="+mn-cs"/>
              </a:rPr>
              <a:t>MRCET | Department of Emerging Technologies | Project Development (Major) PPT| IV Year </a:t>
            </a:r>
            <a:r>
              <a:rPr kumimoji="0" lang="en-IN" sz="1800" b="0" i="0" u="none" strike="noStrike" kern="1200" cap="none" spc="0" normalizeH="0" baseline="0" noProof="0" dirty="0" err="1">
                <a:ln>
                  <a:noFill/>
                </a:ln>
                <a:solidFill>
                  <a:schemeClr val="tx1"/>
                </a:solidFill>
                <a:effectLst/>
                <a:uLnTx/>
                <a:uFillTx/>
                <a:latin typeface="+mn-lt"/>
                <a:ea typeface="+mn-ea"/>
                <a:cs typeface="+mn-cs"/>
              </a:rPr>
              <a:t>B.Tech</a:t>
            </a:r>
            <a:r>
              <a:rPr kumimoji="0" lang="en-IN" sz="1800" b="0" i="0" u="none" strike="noStrike" kern="1200" cap="none" spc="0" normalizeH="0" baseline="0" noProof="0" dirty="0">
                <a:ln>
                  <a:noFill/>
                </a:ln>
                <a:solidFill>
                  <a:schemeClr val="tx1"/>
                </a:solidFill>
                <a:effectLst/>
                <a:uLnTx/>
                <a:uFillTx/>
                <a:latin typeface="+mn-lt"/>
                <a:ea typeface="+mn-ea"/>
                <a:cs typeface="+mn-cs"/>
              </a:rPr>
              <a:t>-II Semester</a:t>
            </a:r>
            <a:endParaRPr kumimoji="0" lang="en-IN" sz="1800" b="0" i="0" u="none" strike="noStrike" kern="1200" cap="none" spc="0" normalizeH="0" baseline="0" noProof="0" dirty="0">
              <a:ln>
                <a:noFill/>
              </a:ln>
              <a:solidFill>
                <a:schemeClr val="tx1"/>
              </a:solidFill>
              <a:effectLst/>
              <a:uLnTx/>
              <a:uFillTx/>
              <a:latin typeface="+mn-lt"/>
              <a:ea typeface="+mn-ea"/>
              <a:cs typeface="+mn-cs"/>
            </a:endParaRPr>
          </a:p>
        </p:txBody>
      </p:sp>
      <p:pic>
        <p:nvPicPr>
          <p:cNvPr id="1033" name="Picture 8"/>
          <p:cNvPicPr>
            <a:picLocks noChangeAspect="1"/>
          </p:cNvPicPr>
          <p:nvPr userDrawn="1"/>
        </p:nvPicPr>
        <p:blipFill>
          <a:blip r:embed="rId12"/>
          <a:stretch>
            <a:fillRect/>
          </a:stretch>
        </p:blipFill>
        <p:spPr>
          <a:xfrm>
            <a:off x="11499850" y="241300"/>
            <a:ext cx="692150" cy="692150"/>
          </a:xfrm>
          <a:prstGeom prst="rect">
            <a:avLst/>
          </a:prstGeom>
          <a:noFill/>
          <a:ln w="9525">
            <a:noFill/>
          </a:ln>
        </p:spPr>
      </p:pic>
      <p:pic>
        <p:nvPicPr>
          <p:cNvPr id="1034" name="Picture 9"/>
          <p:cNvPicPr>
            <a:picLocks noChangeAspect="1"/>
          </p:cNvPicPr>
          <p:nvPr userDrawn="1"/>
        </p:nvPicPr>
        <p:blipFill>
          <a:blip r:embed="rId13"/>
          <a:stretch>
            <a:fillRect/>
          </a:stretch>
        </p:blipFill>
        <p:spPr>
          <a:xfrm>
            <a:off x="0" y="6162675"/>
            <a:ext cx="704850" cy="704850"/>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emf"/></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emf"/></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em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8" name="Text Box 1"/>
          <p:cNvSpPr txBox="1"/>
          <p:nvPr/>
        </p:nvSpPr>
        <p:spPr>
          <a:xfrm>
            <a:off x="544195" y="768033"/>
            <a:ext cx="11355388" cy="887412"/>
          </a:xfrm>
          <a:prstGeom prst="rect">
            <a:avLst/>
          </a:prstGeom>
          <a:noFill/>
          <a:ln w="9525">
            <a:noFill/>
          </a:ln>
        </p:spPr>
        <p:txBody>
          <a:bodyPr anchor="b" anchorCtr="0"/>
          <a:p>
            <a:pPr algn="ctr" defTabSz="914400" eaLnBrk="1" hangingPunct="1">
              <a:lnSpc>
                <a:spcPct val="90000"/>
              </a:lnSpc>
              <a:spcBef>
                <a:spcPts val="25"/>
              </a:spcBef>
              <a:spcAft>
                <a:spcPts val="25"/>
              </a:spcAft>
              <a:buSzPct val="10000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pPr>
            <a:r>
              <a:rPr lang="en-IN" altLang="en-US" sz="3600" b="1" dirty="0">
                <a:solidFill>
                  <a:srgbClr val="000000"/>
                </a:solidFill>
                <a:latin typeface="Times New Roman" panose="02020603050405020304" pitchFamily="18" charset="0"/>
                <a:ea typeface="Microsoft YaHei" panose="020B0503020204020204" pitchFamily="34" charset="-122"/>
              </a:rPr>
              <a:t> MOBILE FORENSIC ACTIVITY LOGGER</a:t>
            </a:r>
            <a:endParaRPr lang="en-IN" altLang="en-US" sz="3200" b="1" dirty="0">
              <a:solidFill>
                <a:srgbClr val="000000"/>
              </a:solidFill>
              <a:latin typeface="Times New Roman" panose="02020603050405020304" pitchFamily="18" charset="0"/>
              <a:ea typeface="Microsoft YaHei" panose="020B0503020204020204" pitchFamily="34" charset="-122"/>
            </a:endParaRPr>
          </a:p>
        </p:txBody>
      </p:sp>
      <p:sp>
        <p:nvSpPr>
          <p:cNvPr id="2" name="Text Box 2"/>
          <p:cNvSpPr txBox="1">
            <a:spLocks noChangeArrowheads="1"/>
          </p:cNvSpPr>
          <p:nvPr/>
        </p:nvSpPr>
        <p:spPr bwMode="auto">
          <a:xfrm>
            <a:off x="1651000" y="1798638"/>
            <a:ext cx="9520238" cy="2813050"/>
          </a:xfrm>
          <a:prstGeom prst="rect">
            <a:avLst/>
          </a:prstGeom>
          <a:noFill/>
          <a:ln>
            <a:noFill/>
          </a:ln>
          <a:effectLst/>
        </p:spPr>
        <p:txBody>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a:solidFill>
                  <a:srgbClr val="000000"/>
                </a:solidFill>
                <a:latin typeface="Calibri" panose="020F0502020204030204" pitchFamily="34" charset="0"/>
                <a:ea typeface="Microsoft YaHei" panose="020B0503020204020204" pitchFamily="34" charset="-122"/>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a:solidFill>
                  <a:srgbClr val="000000"/>
                </a:solidFill>
                <a:latin typeface="Calibri" panose="020F0502020204030204" pitchFamily="34" charset="0"/>
                <a:ea typeface="Microsoft YaHei" panose="020B0503020204020204" pitchFamily="34" charset="-122"/>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a:solidFill>
                  <a:srgbClr val="000000"/>
                </a:solidFill>
                <a:latin typeface="Calibri" panose="020F0502020204030204" pitchFamily="34" charset="0"/>
                <a:ea typeface="Microsoft YaHei" panose="020B0503020204020204" pitchFamily="34" charset="-122"/>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a:solidFill>
                  <a:srgbClr val="000000"/>
                </a:solidFill>
                <a:latin typeface="Calibri" panose="020F0502020204030204" pitchFamily="34" charset="0"/>
                <a:ea typeface="Microsoft YaHei" panose="020B0503020204020204" pitchFamily="34" charset="-122"/>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a:solidFill>
                  <a:srgbClr val="000000"/>
                </a:solidFill>
                <a:latin typeface="Calibri" panose="020F0502020204030204" pitchFamily="34" charset="0"/>
                <a:ea typeface="Microsoft YaHei" panose="020B0503020204020204" pitchFamily="34" charset="-122"/>
              </a:defRPr>
            </a:lvl5pPr>
            <a:lvl6pPr marL="2514600" indent="-228600" defTabSz="457200" eaLnBrk="0" fontAlgn="base" hangingPunct="0">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a:solidFill>
                  <a:srgbClr val="000000"/>
                </a:solidFill>
                <a:latin typeface="Calibri" panose="020F0502020204030204" pitchFamily="34" charset="0"/>
                <a:ea typeface="Microsoft YaHei" panose="020B0503020204020204" pitchFamily="34" charset="-122"/>
              </a:defRPr>
            </a:lvl6pPr>
            <a:lvl7pPr marL="2971800" indent="-228600" defTabSz="457200" eaLnBrk="0" fontAlgn="base" hangingPunct="0">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a:solidFill>
                  <a:srgbClr val="000000"/>
                </a:solidFill>
                <a:latin typeface="Calibri" panose="020F0502020204030204" pitchFamily="34" charset="0"/>
                <a:ea typeface="Microsoft YaHei" panose="020B0503020204020204" pitchFamily="34" charset="-122"/>
              </a:defRPr>
            </a:lvl7pPr>
            <a:lvl8pPr marL="3429000" indent="-228600" defTabSz="457200" eaLnBrk="0" fontAlgn="base" hangingPunct="0">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a:solidFill>
                  <a:srgbClr val="000000"/>
                </a:solidFill>
                <a:latin typeface="Calibri" panose="020F0502020204030204" pitchFamily="34" charset="0"/>
                <a:ea typeface="Microsoft YaHei" panose="020B0503020204020204" pitchFamily="34" charset="-122"/>
              </a:defRPr>
            </a:lvl8pPr>
            <a:lvl9pPr marL="3886200" indent="-228600" defTabSz="457200" eaLnBrk="0" fontAlgn="base" hangingPunct="0">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a:solidFill>
                  <a:srgbClr val="000000"/>
                </a:solidFill>
                <a:latin typeface="Calibri" panose="020F0502020204030204" pitchFamily="34" charset="0"/>
                <a:ea typeface="Microsoft YaHei" panose="020B0503020204020204" pitchFamily="34" charset="-122"/>
              </a:defRPr>
            </a:lvl9pPr>
          </a:lstStyle>
          <a:p>
            <a:pPr marL="0" marR="0" lvl="0" indent="0" algn="ctr" defTabSz="914400" rtl="0" eaLnBrk="1" fontAlgn="base" latinLnBrk="0" hangingPunct="1">
              <a:lnSpc>
                <a:spcPct val="90000"/>
              </a:lnSpc>
              <a:spcBef>
                <a:spcPts val="1025"/>
              </a:spcBef>
              <a:spcAft>
                <a:spcPts val="25"/>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a:pPr>
            <a:r>
              <a:rPr kumimoji="0" lang="en-IN" altLang="en-US" sz="2400" b="1" i="0" u="none" strike="noStrike" kern="1200" cap="none" spc="0" normalizeH="0" baseline="0" noProof="0" dirty="0">
                <a:ln>
                  <a:noFill/>
                </a:ln>
                <a:solidFill>
                  <a:srgbClr val="000000"/>
                </a:solidFill>
                <a:effectLst/>
                <a:uLnTx/>
                <a:uFillTx/>
                <a:latin typeface="Calibri" panose="020F0502020204030204" pitchFamily="34" charset="0"/>
                <a:ea typeface="Microsoft YaHei" panose="020B0503020204020204" pitchFamily="34" charset="-122"/>
                <a:cs typeface="+mn-cs"/>
              </a:rPr>
              <a:t>Team Members Details</a:t>
            </a:r>
            <a:endParaRPr kumimoji="0" lang="en-IN" altLang="en-US" sz="2400" b="1" i="0" u="none" strike="noStrike" kern="1200" cap="none" spc="0" normalizeH="0" baseline="0" noProof="0" dirty="0">
              <a:ln>
                <a:noFill/>
              </a:ln>
              <a:solidFill>
                <a:srgbClr val="000000"/>
              </a:solidFill>
              <a:effectLst/>
              <a:uLnTx/>
              <a:uFillTx/>
              <a:latin typeface="Calibri" panose="020F0502020204030204" pitchFamily="34" charset="0"/>
              <a:ea typeface="Microsoft YaHei" panose="020B0503020204020204" pitchFamily="34" charset="-122"/>
              <a:cs typeface="+mn-cs"/>
            </a:endParaRPr>
          </a:p>
          <a:p>
            <a:pPr marL="457200" marR="0" lvl="0" indent="-457200" algn="ctr" defTabSz="914400" rtl="0" eaLnBrk="1" fontAlgn="base" latinLnBrk="0" hangingPunct="1">
              <a:lnSpc>
                <a:spcPct val="90000"/>
              </a:lnSpc>
              <a:spcBef>
                <a:spcPts val="1075"/>
              </a:spcBef>
              <a:spcAft>
                <a:spcPts val="75"/>
              </a:spcAft>
              <a:buClr>
                <a:srgbClr val="000000"/>
              </a:buClr>
              <a:buSzPct val="100000"/>
              <a:buFont typeface="+mj-lt"/>
              <a:buAutoNum type="arabicPeriod"/>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a:pPr>
            <a:r>
              <a:rPr kumimoji="0" lang="en-IN" altLang="en-US" sz="2200" b="1" i="0" u="none" strike="noStrike" kern="1200" cap="none" spc="0" normalizeH="0" baseline="0" noProof="0" dirty="0">
                <a:ln>
                  <a:noFill/>
                </a:ln>
                <a:solidFill>
                  <a:srgbClr val="000000"/>
                </a:solidFill>
                <a:effectLst/>
                <a:uLnTx/>
                <a:uFillTx/>
                <a:latin typeface="Calibri" panose="020F0502020204030204" pitchFamily="34" charset="0"/>
                <a:ea typeface="Microsoft YaHei" panose="020B0503020204020204" pitchFamily="34" charset="-122"/>
                <a:cs typeface="+mn-cs"/>
              </a:rPr>
              <a:t>D. Swathi                             21N31A6219</a:t>
            </a:r>
            <a:endParaRPr kumimoji="0" lang="en-IN" altLang="en-US" sz="2200" b="1" i="0" u="none" strike="noStrike" kern="1200" cap="none" spc="0" normalizeH="0" baseline="0" noProof="0" dirty="0">
              <a:ln>
                <a:noFill/>
              </a:ln>
              <a:solidFill>
                <a:srgbClr val="000000"/>
              </a:solidFill>
              <a:effectLst/>
              <a:uLnTx/>
              <a:uFillTx/>
              <a:latin typeface="Calibri" panose="020F0502020204030204" pitchFamily="34" charset="0"/>
              <a:ea typeface="Microsoft YaHei" panose="020B0503020204020204" pitchFamily="34" charset="-122"/>
              <a:cs typeface="+mn-cs"/>
            </a:endParaRPr>
          </a:p>
          <a:p>
            <a:pPr marL="457200" marR="0" lvl="0" indent="-457200" algn="ctr" defTabSz="914400" rtl="0" eaLnBrk="1" fontAlgn="base" latinLnBrk="0" hangingPunct="1">
              <a:lnSpc>
                <a:spcPct val="90000"/>
              </a:lnSpc>
              <a:spcBef>
                <a:spcPts val="1075"/>
              </a:spcBef>
              <a:spcAft>
                <a:spcPts val="75"/>
              </a:spcAft>
              <a:buClr>
                <a:srgbClr val="000000"/>
              </a:buClr>
              <a:buSzPct val="100000"/>
              <a:buFont typeface="+mj-lt"/>
              <a:buAutoNum type="arabicPeriod"/>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a:pPr>
            <a:r>
              <a:rPr kumimoji="0" lang="en-IN" altLang="en-US" sz="2200" b="1" i="0" u="none" strike="noStrike" kern="1200" cap="none" spc="0" normalizeH="0" baseline="0" noProof="0" dirty="0">
                <a:ln>
                  <a:noFill/>
                </a:ln>
                <a:solidFill>
                  <a:srgbClr val="000000"/>
                </a:solidFill>
                <a:effectLst/>
                <a:uLnTx/>
                <a:uFillTx/>
                <a:latin typeface="Calibri" panose="020F0502020204030204" pitchFamily="34" charset="0"/>
                <a:ea typeface="Microsoft YaHei" panose="020B0503020204020204" pitchFamily="34" charset="-122"/>
                <a:cs typeface="+mn-cs"/>
              </a:rPr>
              <a:t>D. Pavan Kumar                  21N31A6221</a:t>
            </a:r>
            <a:endParaRPr kumimoji="0" lang="en-IN" altLang="en-US" sz="2200" b="1" i="0" u="none" strike="noStrike" kern="1200" cap="none" spc="0" normalizeH="0" baseline="0" noProof="0" dirty="0">
              <a:ln>
                <a:noFill/>
              </a:ln>
              <a:solidFill>
                <a:srgbClr val="000000"/>
              </a:solidFill>
              <a:effectLst/>
              <a:uLnTx/>
              <a:uFillTx/>
              <a:latin typeface="Calibri" panose="020F0502020204030204" pitchFamily="34" charset="0"/>
              <a:ea typeface="Microsoft YaHei" panose="020B0503020204020204" pitchFamily="34" charset="-122"/>
              <a:cs typeface="+mn-cs"/>
            </a:endParaRPr>
          </a:p>
          <a:p>
            <a:pPr marL="457200" marR="0" lvl="0" indent="-457200" algn="ctr" defTabSz="914400" rtl="0" eaLnBrk="1" fontAlgn="base" latinLnBrk="0" hangingPunct="1">
              <a:lnSpc>
                <a:spcPct val="90000"/>
              </a:lnSpc>
              <a:spcBef>
                <a:spcPts val="1265"/>
              </a:spcBef>
              <a:spcAft>
                <a:spcPts val="1065"/>
              </a:spcAft>
              <a:buClr>
                <a:srgbClr val="000000"/>
              </a:buClr>
              <a:buSzPct val="100000"/>
              <a:buFont typeface="+mj-lt"/>
              <a:buAutoNum type="arabicPeriod"/>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a:pPr>
            <a:r>
              <a:rPr kumimoji="0" lang="en-IN" altLang="en-US" sz="2200" b="1" i="0" u="none" strike="noStrike" kern="1200" cap="none" spc="0" normalizeH="0" baseline="0" noProof="0" dirty="0">
                <a:ln>
                  <a:noFill/>
                </a:ln>
                <a:solidFill>
                  <a:srgbClr val="000000"/>
                </a:solidFill>
                <a:effectLst/>
                <a:uLnTx/>
                <a:uFillTx/>
                <a:latin typeface="Calibri" panose="020F0502020204030204" pitchFamily="34" charset="0"/>
                <a:ea typeface="Microsoft YaHei" panose="020B0503020204020204" pitchFamily="34" charset="-122"/>
                <a:cs typeface="+mn-cs"/>
              </a:rPr>
              <a:t>K. Satya Venkat                   21N31A6231</a:t>
            </a:r>
            <a:endParaRPr kumimoji="0" lang="en-IN" altLang="en-US" sz="2200" b="1" i="0" u="none" strike="noStrike" kern="1200" cap="none" spc="0" normalizeH="0" baseline="0" noProof="0" dirty="0">
              <a:ln>
                <a:noFill/>
              </a:ln>
              <a:solidFill>
                <a:srgbClr val="000000"/>
              </a:solidFill>
              <a:effectLst/>
              <a:uLnTx/>
              <a:uFillTx/>
              <a:latin typeface="Calibri" panose="020F0502020204030204" pitchFamily="34" charset="0"/>
              <a:ea typeface="Microsoft YaHei" panose="020B0503020204020204" pitchFamily="34" charset="-122"/>
              <a:cs typeface="+mn-cs"/>
            </a:endParaRPr>
          </a:p>
          <a:p>
            <a:pPr marL="0" marR="0" lvl="0" indent="0" algn="ctr" defTabSz="914400" rtl="0" eaLnBrk="1" fontAlgn="base" latinLnBrk="0" hangingPunct="1">
              <a:lnSpc>
                <a:spcPct val="90000"/>
              </a:lnSpc>
              <a:spcBef>
                <a:spcPts val="1025"/>
              </a:spcBef>
              <a:spcAft>
                <a:spcPts val="25"/>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a:pPr>
            <a:r>
              <a:rPr kumimoji="0" lang="en-IN" altLang="en-US" sz="2400" b="0" i="0" u="none" strike="noStrike" kern="1200" cap="none" spc="0" normalizeH="0" baseline="0" noProof="0" dirty="0">
                <a:ln>
                  <a:noFill/>
                </a:ln>
                <a:solidFill>
                  <a:srgbClr val="000000"/>
                </a:solidFill>
                <a:effectLst/>
                <a:uLnTx/>
                <a:uFillTx/>
                <a:latin typeface="Calibri" panose="020F0502020204030204" pitchFamily="34" charset="0"/>
                <a:ea typeface="Microsoft YaHei" panose="020B0503020204020204" pitchFamily="34" charset="-122"/>
                <a:cs typeface="+mn-cs"/>
              </a:rPr>
              <a:t>IV Year B. Tech II Semester – CSE (Cyber Security)</a:t>
            </a:r>
            <a:endParaRPr kumimoji="0" lang="en-IN" altLang="en-US" sz="2400" b="0" i="0" u="none" strike="noStrike" kern="1200" cap="none" spc="0" normalizeH="0" baseline="0" noProof="0" dirty="0">
              <a:ln>
                <a:noFill/>
              </a:ln>
              <a:solidFill>
                <a:srgbClr val="000000"/>
              </a:solidFill>
              <a:effectLst/>
              <a:uLnTx/>
              <a:uFillTx/>
              <a:latin typeface="Calibri" panose="020F0502020204030204" pitchFamily="34" charset="0"/>
              <a:ea typeface="Microsoft YaHei" panose="020B0503020204020204" pitchFamily="34" charset="-122"/>
              <a:cs typeface="+mn-cs"/>
            </a:endParaRPr>
          </a:p>
        </p:txBody>
      </p:sp>
      <p:sp>
        <p:nvSpPr>
          <p:cNvPr id="4100" name="Text Box 3"/>
          <p:cNvSpPr txBox="1"/>
          <p:nvPr/>
        </p:nvSpPr>
        <p:spPr>
          <a:xfrm>
            <a:off x="1651000" y="4581525"/>
            <a:ext cx="9142413" cy="1655763"/>
          </a:xfrm>
          <a:prstGeom prst="rect">
            <a:avLst/>
          </a:prstGeom>
          <a:noFill/>
          <a:ln w="9525">
            <a:noFill/>
          </a:ln>
        </p:spPr>
        <p:txBody>
          <a:bodyPr lIns="89988" tIns="46794" rIns="89988" bIns="46794"/>
          <a:p>
            <a:pPr algn="ctr" defTabSz="914400" eaLnBrk="1" hangingPunct="1">
              <a:lnSpc>
                <a:spcPct val="90000"/>
              </a:lnSpc>
              <a:spcBef>
                <a:spcPts val="1025"/>
              </a:spcBef>
              <a:spcAft>
                <a:spcPts val="25"/>
              </a:spcAft>
              <a:buSzPct val="100000"/>
              <a:buFont typeface="Times New Roman" panose="02020603050405020304"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pPr>
            <a:r>
              <a:rPr lang="en-IN" altLang="en-US" sz="2400" b="1" i="1" dirty="0">
                <a:solidFill>
                  <a:srgbClr val="000000"/>
                </a:solidFill>
                <a:latin typeface="Calibri" panose="020F0502020204030204" pitchFamily="34" charset="0"/>
                <a:ea typeface="Microsoft YaHei" panose="020B0503020204020204" pitchFamily="34" charset="-122"/>
              </a:rPr>
              <a:t>Under the Guidance of </a:t>
            </a:r>
            <a:endParaRPr lang="en-IN" altLang="en-US" sz="2400" b="1" i="1" dirty="0">
              <a:solidFill>
                <a:srgbClr val="000000"/>
              </a:solidFill>
              <a:latin typeface="Calibri" panose="020F0502020204030204" pitchFamily="34" charset="0"/>
              <a:ea typeface="Microsoft YaHei" panose="020B0503020204020204" pitchFamily="34" charset="-122"/>
            </a:endParaRPr>
          </a:p>
          <a:p>
            <a:pPr algn="ctr" defTabSz="914400" eaLnBrk="1" hangingPunct="1">
              <a:lnSpc>
                <a:spcPct val="90000"/>
              </a:lnSpc>
              <a:spcBef>
                <a:spcPts val="1075"/>
              </a:spcBef>
              <a:spcAft>
                <a:spcPts val="75"/>
              </a:spcAft>
              <a:buSzPct val="100000"/>
              <a:buFont typeface="Times New Roman" panose="02020603050405020304"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pPr>
            <a:r>
              <a:rPr lang="en-IN" altLang="en-US" sz="2400" b="1" dirty="0">
                <a:solidFill>
                  <a:srgbClr val="000000"/>
                </a:solidFill>
                <a:latin typeface="Calibri" panose="020F0502020204030204" pitchFamily="34" charset="0"/>
                <a:ea typeface="Microsoft YaHei" panose="020B0503020204020204" pitchFamily="34" charset="-122"/>
              </a:rPr>
              <a:t>J.Mahendar</a:t>
            </a:r>
            <a:endParaRPr lang="en-IN" altLang="en-US" sz="2400" b="1" dirty="0">
              <a:solidFill>
                <a:srgbClr val="000000"/>
              </a:solidFill>
              <a:latin typeface="Calibri" panose="020F0502020204030204" pitchFamily="34" charset="0"/>
              <a:ea typeface="Microsoft YaHei" panose="020B0503020204020204" pitchFamily="34" charset="-122"/>
            </a:endParaRPr>
          </a:p>
          <a:p>
            <a:pPr algn="ctr" defTabSz="914400" eaLnBrk="1" hangingPunct="1">
              <a:lnSpc>
                <a:spcPct val="90000"/>
              </a:lnSpc>
              <a:spcBef>
                <a:spcPts val="1075"/>
              </a:spcBef>
              <a:spcAft>
                <a:spcPts val="75"/>
              </a:spcAft>
              <a:buSzPct val="100000"/>
              <a:buFont typeface="Times New Roman" panose="02020603050405020304"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pPr>
            <a:r>
              <a:rPr lang="en-IN" altLang="en-US" sz="2400" dirty="0">
                <a:solidFill>
                  <a:srgbClr val="000000"/>
                </a:solidFill>
                <a:latin typeface="Calibri" panose="020F0502020204030204" pitchFamily="34" charset="0"/>
                <a:ea typeface="Microsoft YaHei" panose="020B0503020204020204" pitchFamily="34" charset="-122"/>
              </a:rPr>
              <a:t>Ass</a:t>
            </a:r>
            <a:r>
              <a:rPr lang="en-GB" altLang="en-IN" sz="2400" dirty="0">
                <a:solidFill>
                  <a:srgbClr val="000000"/>
                </a:solidFill>
                <a:latin typeface="Calibri" panose="020F0502020204030204" pitchFamily="34" charset="0"/>
                <a:ea typeface="Microsoft YaHei" panose="020B0503020204020204" pitchFamily="34" charset="-122"/>
              </a:rPr>
              <a:t>istant</a:t>
            </a:r>
            <a:r>
              <a:rPr lang="en-IN" altLang="en-US" sz="2400" dirty="0">
                <a:solidFill>
                  <a:srgbClr val="000000"/>
                </a:solidFill>
                <a:latin typeface="Calibri" panose="020F0502020204030204" pitchFamily="34" charset="0"/>
                <a:ea typeface="Microsoft YaHei" panose="020B0503020204020204" pitchFamily="34" charset="-122"/>
              </a:rPr>
              <a:t> Professor</a:t>
            </a:r>
            <a:endParaRPr lang="en-IN" altLang="en-US" sz="2400" dirty="0">
              <a:solidFill>
                <a:srgbClr val="000000"/>
              </a:solidFill>
              <a:latin typeface="Calibri" panose="020F0502020204030204" pitchFamily="34" charset="0"/>
              <a:ea typeface="Microsoft YaHei" panose="020B0503020204020204" pitchFamily="34" charset="-122"/>
            </a:endParaRPr>
          </a:p>
        </p:txBody>
      </p:sp>
      <p:sp>
        <p:nvSpPr>
          <p:cNvPr id="4101" name="Text Box 4"/>
          <p:cNvSpPr txBox="1"/>
          <p:nvPr/>
        </p:nvSpPr>
        <p:spPr>
          <a:xfrm>
            <a:off x="1055688" y="-122555"/>
            <a:ext cx="9810750" cy="971550"/>
          </a:xfrm>
          <a:prstGeom prst="rect">
            <a:avLst/>
          </a:prstGeom>
          <a:noFill/>
          <a:ln w="9525">
            <a:noFill/>
          </a:ln>
        </p:spPr>
        <p:txBody>
          <a:bodyPr lIns="89988" tIns="46794" rIns="89988" bIns="46794" anchor="b" anchorCtr="0"/>
          <a:p>
            <a:pPr algn="ctr" defTabSz="914400">
              <a:lnSpc>
                <a:spcPct val="90000"/>
              </a:lnSpc>
              <a:spcBef>
                <a:spcPts val="25"/>
              </a:spcBef>
              <a:spcAft>
                <a:spcPts val="25"/>
              </a:spcAft>
              <a:buSzPct val="100000"/>
              <a:buFont typeface="Times New Roman" panose="02020603050405020304"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pPr>
            <a:r>
              <a:rPr lang="en-IN" altLang="x-none" sz="3200" b="1" dirty="0">
                <a:solidFill>
                  <a:srgbClr val="C00000"/>
                </a:solidFill>
                <a:latin typeface="Arial Narrow" panose="020B0606020202030204" pitchFamily="34" charset="0"/>
                <a:ea typeface="Microsoft YaHei" panose="020B0503020204020204" pitchFamily="34" charset="-122"/>
              </a:rPr>
              <a:t>IV Year B.Tech II Semester– Major Project Review </a:t>
            </a:r>
            <a:r>
              <a:rPr lang="en-IN" altLang="en-US" sz="2800" b="1" dirty="0">
                <a:solidFill>
                  <a:srgbClr val="C00000"/>
                </a:solidFill>
                <a:latin typeface="Calibri" panose="020F0502020204030204" pitchFamily="34" charset="0"/>
                <a:ea typeface="Microsoft YaHei" panose="020B0503020204020204" pitchFamily="34" charset="-122"/>
              </a:rPr>
              <a:t> </a:t>
            </a:r>
            <a:endParaRPr lang="en-IN" altLang="en-US" sz="2800" b="1" dirty="0">
              <a:solidFill>
                <a:srgbClr val="C00000"/>
              </a:solidFill>
              <a:latin typeface="Calibri" panose="020F0502020204030204" pitchFamily="34" charset="0"/>
              <a:ea typeface="Microsoft YaHei" panose="020B0503020204020204" pitchFamily="34" charset="-122"/>
            </a:endParaRPr>
          </a:p>
        </p:txBody>
      </p:sp>
      <p:sp>
        <p:nvSpPr>
          <p:cNvPr id="4102" name="AutoShape 5"/>
          <p:cNvSpPr/>
          <p:nvPr/>
        </p:nvSpPr>
        <p:spPr>
          <a:xfrm>
            <a:off x="2271713" y="5956300"/>
            <a:ext cx="7900987" cy="444500"/>
          </a:xfrm>
          <a:prstGeom prst="roundRect">
            <a:avLst>
              <a:gd name="adj" fmla="val 16667"/>
            </a:avLst>
          </a:prstGeom>
          <a:solidFill>
            <a:srgbClr val="B8551D"/>
          </a:solidFill>
          <a:ln w="12600" cap="flat" cmpd="sng">
            <a:solidFill>
              <a:srgbClr val="ECAD8A"/>
            </a:solidFill>
            <a:prstDash val="solid"/>
            <a:miter/>
            <a:headEnd type="none" w="med" len="med"/>
            <a:tailEnd type="none" w="med" len="med"/>
          </a:ln>
        </p:spPr>
        <p:txBody>
          <a:bodyPr lIns="89988" tIns="46794" rIns="89988" bIns="46794" anchor="ctr" anchorCtr="0"/>
          <a:p>
            <a:pPr algn="ctr" defTabSz="914400">
              <a:spcBef>
                <a:spcPts val="25"/>
              </a:spcBef>
              <a:spcAft>
                <a:spcPts val="25"/>
              </a:spcAft>
              <a:buSzPct val="10000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pPr>
            <a:r>
              <a:rPr lang="en-IN" altLang="en-US" sz="2400" b="1" dirty="0">
                <a:solidFill>
                  <a:srgbClr val="FFFFFF"/>
                </a:solidFill>
                <a:latin typeface="Calibri" panose="020F0502020204030204" pitchFamily="34" charset="0"/>
                <a:ea typeface="Microsoft YaHei" panose="020B0503020204020204" pitchFamily="34" charset="-122"/>
              </a:rPr>
              <a:t>Department of Emerging Technologies </a:t>
            </a:r>
            <a:endParaRPr lang="en-IN" altLang="en-US" sz="2400" b="1" dirty="0">
              <a:solidFill>
                <a:srgbClr val="FFFFFF"/>
              </a:solidFill>
              <a:latin typeface="Calibri" panose="020F0502020204030204" pitchFamily="34" charset="0"/>
              <a:ea typeface="Microsoft YaHei" panose="020B0503020204020204" pitchFamily="34" charset="-122"/>
            </a:endParaRP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482600"/>
            <a:ext cx="10515600" cy="598488"/>
          </a:xfrm>
        </p:spPr>
        <p:txBody>
          <a:bodyPr vert="horz" wrap="square" lIns="91440" tIns="45720" rIns="91440" bIns="45720" numCol="1" rtlCol="0" anchor="ctr" anchorCtr="0" compatLnSpc="1">
            <a:normAutofit fontScale="90000"/>
          </a:bodyPr>
          <a:lstStyle/>
          <a:p>
            <a:pPr marL="0" marR="0" lvl="0" indent="0" algn="l" defTabSz="914400" rtl="0" eaLnBrk="1" fontAlgn="auto" latinLnBrk="0" hangingPunct="1">
              <a:lnSpc>
                <a:spcPct val="90000"/>
              </a:lnSpc>
              <a:spcBef>
                <a:spcPct val="0"/>
              </a:spcBef>
              <a:spcAft>
                <a:spcPts val="0"/>
              </a:spcAft>
              <a:buClrTx/>
              <a:buSzTx/>
              <a:buFontTx/>
              <a:buNone/>
              <a:defRPr/>
            </a:pPr>
            <a:r>
              <a:rPr kumimoji="0" lang="en-IN" sz="4400" b="1" i="0" u="none" strike="noStrike" kern="1200" cap="none" spc="0" normalizeH="0" baseline="0" noProof="0" dirty="0">
                <a:ln>
                  <a:noFill/>
                </a:ln>
                <a:solidFill>
                  <a:srgbClr val="FF0000"/>
                </a:solidFill>
                <a:effectLst/>
                <a:uLnTx/>
                <a:uFillTx/>
                <a:latin typeface="+mj-lt"/>
                <a:ea typeface="+mj-ea"/>
                <a:cs typeface="+mj-cs"/>
              </a:rPr>
              <a:t>Outline</a:t>
            </a:r>
            <a:endParaRPr kumimoji="0" lang="en-IN" sz="4400" b="1" i="0" u="none" strike="noStrike" kern="1200" cap="none" spc="0" normalizeH="0" baseline="0" noProof="0" dirty="0">
              <a:ln>
                <a:noFill/>
              </a:ln>
              <a:solidFill>
                <a:srgbClr val="FF0000"/>
              </a:solidFill>
              <a:effectLst/>
              <a:uLnTx/>
              <a:uFillTx/>
              <a:latin typeface="+mj-lt"/>
              <a:ea typeface="+mj-ea"/>
              <a:cs typeface="+mj-cs"/>
            </a:endParaRPr>
          </a:p>
        </p:txBody>
      </p:sp>
      <p:sp>
        <p:nvSpPr>
          <p:cNvPr id="6147" name="Content Placeholder 2"/>
          <p:cNvSpPr>
            <a:spLocks noGrp="1"/>
          </p:cNvSpPr>
          <p:nvPr>
            <p:ph idx="1"/>
          </p:nvPr>
        </p:nvSpPr>
        <p:spPr>
          <a:xfrm>
            <a:off x="838200" y="1016000"/>
            <a:ext cx="10515600" cy="5160963"/>
          </a:xfrm>
          <a:ln/>
        </p:spPr>
        <p:txBody>
          <a:bodyPr vert="horz" wrap="square" lIns="91440" tIns="45720" rIns="91440" bIns="45720" anchor="t" anchorCtr="0"/>
          <a:p>
            <a:pPr eaLnBrk="1" hangingPunct="1"/>
            <a:r>
              <a:rPr lang="en-IN" altLang="en-US" sz="2400" dirty="0"/>
              <a:t>Abstract</a:t>
            </a:r>
            <a:endParaRPr lang="en-IN" altLang="en-US" sz="2400" dirty="0"/>
          </a:p>
          <a:p>
            <a:pPr eaLnBrk="1" hangingPunct="1"/>
            <a:r>
              <a:rPr lang="en-IN" altLang="en-US" sz="2400" dirty="0"/>
              <a:t>Introduction</a:t>
            </a:r>
            <a:endParaRPr lang="en-IN" altLang="en-US" sz="2400" dirty="0"/>
          </a:p>
          <a:p>
            <a:pPr eaLnBrk="1" hangingPunct="1"/>
            <a:r>
              <a:rPr lang="en-IN" altLang="en-US" sz="2400" dirty="0"/>
              <a:t>Existing System</a:t>
            </a:r>
            <a:endParaRPr lang="en-IN" altLang="en-US" sz="2400" dirty="0"/>
          </a:p>
          <a:p>
            <a:pPr eaLnBrk="1" hangingPunct="1"/>
            <a:r>
              <a:rPr lang="en-IN" altLang="en-US" sz="2400" dirty="0"/>
              <a:t>Proposed System</a:t>
            </a:r>
            <a:endParaRPr lang="en-IN" altLang="en-US" sz="2400" dirty="0"/>
          </a:p>
          <a:p>
            <a:pPr eaLnBrk="1" hangingPunct="1"/>
            <a:r>
              <a:rPr lang="en-IN" altLang="en-US" sz="2400" dirty="0"/>
              <a:t>Difference between Existing and Proposed</a:t>
            </a:r>
            <a:endParaRPr lang="en-IN" altLang="en-US" sz="2400" dirty="0"/>
          </a:p>
          <a:p>
            <a:pPr eaLnBrk="1" hangingPunct="1"/>
            <a:r>
              <a:rPr lang="en-IN" altLang="en-US" sz="2400" dirty="0"/>
              <a:t>Literature Review</a:t>
            </a:r>
            <a:endParaRPr lang="en-IN" altLang="en-US" sz="2400" dirty="0"/>
          </a:p>
          <a:p>
            <a:pPr eaLnBrk="1" hangingPunct="1"/>
            <a:r>
              <a:rPr lang="en-IN" altLang="en-US" sz="2400" dirty="0"/>
              <a:t>Architectural Diagram</a:t>
            </a:r>
            <a:endParaRPr lang="en-IN" altLang="en-US" sz="2400" dirty="0"/>
          </a:p>
          <a:p>
            <a:pPr eaLnBrk="1" hangingPunct="1"/>
            <a:r>
              <a:rPr lang="en-IN" altLang="en-US" sz="2400" dirty="0"/>
              <a:t>Technical Requirement Specification</a:t>
            </a:r>
            <a:endParaRPr lang="en-IN" altLang="en-US" sz="2400" dirty="0"/>
          </a:p>
          <a:p>
            <a:pPr eaLnBrk="1" hangingPunct="1"/>
            <a:r>
              <a:rPr lang="en-IN" altLang="en-US" sz="2400" dirty="0"/>
              <a:t>Other System Diagrams</a:t>
            </a:r>
            <a:endParaRPr lang="en-IN" altLang="en-US" sz="2400" dirty="0"/>
          </a:p>
          <a:p>
            <a:pPr eaLnBrk="1" hangingPunct="1"/>
            <a:r>
              <a:rPr lang="en-IN" altLang="en-US" sz="2400" dirty="0"/>
              <a:t>Test Cases</a:t>
            </a:r>
            <a:endParaRPr lang="en-IN" altLang="en-US" sz="2400" dirty="0"/>
          </a:p>
          <a:p>
            <a:pPr eaLnBrk="1" hangingPunct="1"/>
            <a:r>
              <a:rPr lang="en-IN" altLang="en-US" sz="2400" dirty="0"/>
              <a:t>Status of the Project</a:t>
            </a:r>
            <a:endParaRPr lang="en-IN" alt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482600"/>
            <a:ext cx="10515600" cy="598488"/>
          </a:xfrm>
        </p:spPr>
        <p:txBody>
          <a:bodyPr vert="horz" wrap="square" lIns="91440" tIns="45720" rIns="91440" bIns="45720" numCol="1" rtlCol="0" anchor="ctr" anchorCtr="0" compatLnSpc="1">
            <a:normAutofit fontScale="90000"/>
          </a:bodyPr>
          <a:lstStyle/>
          <a:p>
            <a:pPr marL="0" marR="0" lvl="0" indent="0" algn="l" defTabSz="914400" rtl="0" eaLnBrk="1" fontAlgn="auto" latinLnBrk="0" hangingPunct="1">
              <a:lnSpc>
                <a:spcPct val="90000"/>
              </a:lnSpc>
              <a:spcBef>
                <a:spcPct val="0"/>
              </a:spcBef>
              <a:spcAft>
                <a:spcPts val="0"/>
              </a:spcAft>
              <a:buClrTx/>
              <a:buSzTx/>
              <a:buFontTx/>
              <a:buNone/>
              <a:defRPr/>
            </a:pPr>
            <a:r>
              <a:rPr kumimoji="0" lang="en-IN" sz="4400" b="1" i="0" u="none" strike="noStrike" kern="1200" cap="none" spc="0" normalizeH="0" baseline="0" noProof="0" dirty="0">
                <a:ln>
                  <a:noFill/>
                </a:ln>
                <a:solidFill>
                  <a:srgbClr val="FF0000"/>
                </a:solidFill>
                <a:effectLst/>
                <a:uLnTx/>
                <a:uFillTx/>
                <a:latin typeface="+mj-lt"/>
                <a:ea typeface="+mj-ea"/>
                <a:cs typeface="+mj-cs"/>
              </a:rPr>
              <a:t>Abstract</a:t>
            </a:r>
            <a:endParaRPr kumimoji="0" lang="en-IN" sz="4400" b="1" i="0" u="none" strike="noStrike" kern="1200" cap="none" spc="0" normalizeH="0" baseline="0" noProof="0" dirty="0">
              <a:ln>
                <a:noFill/>
              </a:ln>
              <a:solidFill>
                <a:srgbClr val="FF0000"/>
              </a:solidFill>
              <a:effectLst/>
              <a:uLnTx/>
              <a:uFillTx/>
              <a:latin typeface="+mj-lt"/>
              <a:ea typeface="+mj-ea"/>
              <a:cs typeface="+mj-cs"/>
            </a:endParaRPr>
          </a:p>
        </p:txBody>
      </p:sp>
      <p:sp>
        <p:nvSpPr>
          <p:cNvPr id="7171" name="Content Placeholder 2"/>
          <p:cNvSpPr>
            <a:spLocks noGrp="1"/>
          </p:cNvSpPr>
          <p:nvPr>
            <p:ph idx="1"/>
          </p:nvPr>
        </p:nvSpPr>
        <p:spPr>
          <a:xfrm>
            <a:off x="192088" y="981075"/>
            <a:ext cx="7654925" cy="7596188"/>
          </a:xfrm>
          <a:ln/>
        </p:spPr>
        <p:txBody>
          <a:bodyPr vert="horz" wrap="square" lIns="91440" tIns="45720" rIns="91440" bIns="45720" anchor="t" anchorCtr="0"/>
          <a:p>
            <a:pPr algn="just" eaLnBrk="1" hangingPunct="1"/>
            <a:r>
              <a:rPr lang="en-IN" altLang="en-US" sz="2000" dirty="0"/>
              <a:t> Nowadays, mobile devices have become one of the most popular instruments used by a person onits regular life, mainly due to the importance of their applications. </a:t>
            </a:r>
            <a:endParaRPr lang="en-IN" altLang="en-US" sz="2000" dirty="0"/>
          </a:p>
          <a:p>
            <a:pPr algn="just" eaLnBrk="1" hangingPunct="1"/>
            <a:r>
              <a:rPr lang="en-IN" altLang="en-US" sz="2000" dirty="0"/>
              <a:t>In that context, mobile devices</a:t>
            </a:r>
            <a:r>
              <a:rPr lang="en-GB" altLang="en-IN" sz="2000" dirty="0"/>
              <a:t> </a:t>
            </a:r>
            <a:r>
              <a:rPr lang="en-IN" altLang="en-US" sz="2000" dirty="0"/>
              <a:t>store user’s personal information and even more data, becoming a personal tracker for daily activities that provides important information about the user. </a:t>
            </a:r>
            <a:endParaRPr lang="en-IN" altLang="en-US" sz="2000" dirty="0"/>
          </a:p>
          <a:p>
            <a:pPr algn="just" eaLnBrk="1" hangingPunct="1"/>
            <a:r>
              <a:rPr lang="en-IN" altLang="en-US" sz="2000" dirty="0"/>
              <a:t>Derived from this gathering of</a:t>
            </a:r>
            <a:r>
              <a:rPr lang="en-GB" altLang="en-IN" sz="2000" dirty="0"/>
              <a:t> </a:t>
            </a:r>
            <a:r>
              <a:rPr lang="en-IN" altLang="en-US" sz="2000" dirty="0"/>
              <a:t>information, many tools are available to use on mobile devices, with the restrain that each tool</a:t>
            </a:r>
            <a:r>
              <a:rPr lang="en-GB" altLang="en-IN" sz="2000" dirty="0"/>
              <a:t> </a:t>
            </a:r>
            <a:r>
              <a:rPr lang="en-IN" altLang="en-US" sz="2000" dirty="0"/>
              <a:t>only provides isolated information about a specific application or activity.</a:t>
            </a:r>
            <a:endParaRPr lang="en-IN" altLang="en-US" sz="2000" dirty="0"/>
          </a:p>
          <a:p>
            <a:pPr algn="just" eaLnBrk="1" hangingPunct="1"/>
            <a:r>
              <a:rPr lang="en-IN" altLang="en-US" sz="2000" dirty="0"/>
              <a:t>Therefore, the present</a:t>
            </a:r>
            <a:r>
              <a:rPr lang="en-GB" altLang="en-IN" sz="2000" dirty="0"/>
              <a:t> </a:t>
            </a:r>
            <a:r>
              <a:rPr lang="en-IN" altLang="en-US" sz="2000" dirty="0"/>
              <a:t> work proposes a tool that allows investigators to obtain a complete report and timeline of the activities that were performed on the device. </a:t>
            </a:r>
            <a:endParaRPr lang="en-IN" altLang="en-US" sz="2000" dirty="0"/>
          </a:p>
          <a:p>
            <a:pPr algn="just" eaLnBrk="1" hangingPunct="1"/>
            <a:r>
              <a:rPr lang="en-IN" altLang="en-US" sz="2000" dirty="0"/>
              <a:t>This report incorporates the information provided by</a:t>
            </a:r>
            <a:r>
              <a:rPr lang="en-GB" altLang="en-IN" sz="2000" dirty="0"/>
              <a:t> </a:t>
            </a:r>
            <a:r>
              <a:rPr lang="en-IN" altLang="en-US" sz="2000" dirty="0"/>
              <a:t>many sources into a unique set of data. </a:t>
            </a:r>
            <a:endParaRPr lang="en-IN" altLang="en-US" sz="2000" dirty="0"/>
          </a:p>
          <a:p>
            <a:pPr algn="just" eaLnBrk="1" hangingPunct="1"/>
            <a:r>
              <a:rPr lang="en-IN" altLang="en-US" sz="2000" dirty="0"/>
              <a:t>Also, by means of an example, it is presented the operation</a:t>
            </a:r>
            <a:r>
              <a:rPr lang="en-GB" altLang="en-IN" sz="2000" dirty="0"/>
              <a:t> </a:t>
            </a:r>
            <a:r>
              <a:rPr lang="en-IN" altLang="en-US" sz="2000" dirty="0"/>
              <a:t>of the solution, which shows the feasibility in the use of this tool and shows the way in which</a:t>
            </a:r>
            <a:r>
              <a:rPr lang="en-GB" altLang="en-IN" sz="2000" dirty="0"/>
              <a:t> </a:t>
            </a:r>
            <a:r>
              <a:rPr lang="en-IN" altLang="en-US" sz="2000" dirty="0"/>
              <a:t>investigators have to apply the tool</a:t>
            </a:r>
            <a:r>
              <a:rPr lang="en-GB" altLang="en-IN" sz="2000" dirty="0"/>
              <a:t>.</a:t>
            </a:r>
            <a:endParaRPr lang="en-GB" altLang="en-IN" sz="2000" dirty="0"/>
          </a:p>
        </p:txBody>
      </p:sp>
      <p:pic>
        <p:nvPicPr>
          <p:cNvPr id="7172" name="Picture 2"/>
          <p:cNvPicPr>
            <a:picLocks noChangeAspect="1"/>
          </p:cNvPicPr>
          <p:nvPr/>
        </p:nvPicPr>
        <p:blipFill>
          <a:blip r:embed="rId1"/>
          <a:srcRect l="16541" t="25517" r="3989" b="7652"/>
          <a:stretch>
            <a:fillRect/>
          </a:stretch>
        </p:blipFill>
        <p:spPr>
          <a:xfrm>
            <a:off x="8053388" y="908050"/>
            <a:ext cx="4017962" cy="4779963"/>
          </a:xfrm>
          <a:prstGeom prst="rect">
            <a:avLst/>
          </a:prstGeom>
          <a:noFill/>
          <a:ln w="9525">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457200"/>
            <a:ext cx="10515600" cy="649288"/>
          </a:xfrm>
        </p:spPr>
        <p:txBody>
          <a:bodyPr vert="horz" wrap="square" lIns="91440" tIns="45720" rIns="91440" bIns="45720" numCol="1" rtlCol="0" anchor="ctr" anchorCtr="0" compatLnSpc="1">
            <a:normAutofit fontScale="90000"/>
          </a:bodyPr>
          <a:lstStyle/>
          <a:p>
            <a:pPr marL="0" marR="0" lvl="0" indent="0" algn="l" defTabSz="914400" rtl="0" eaLnBrk="1" fontAlgn="auto" latinLnBrk="0" hangingPunct="1">
              <a:lnSpc>
                <a:spcPct val="90000"/>
              </a:lnSpc>
              <a:spcBef>
                <a:spcPct val="0"/>
              </a:spcBef>
              <a:spcAft>
                <a:spcPts val="0"/>
              </a:spcAft>
              <a:buClrTx/>
              <a:buSzTx/>
              <a:buFontTx/>
              <a:buNone/>
              <a:defRPr/>
            </a:pPr>
            <a:r>
              <a:rPr kumimoji="0" lang="en-IN" sz="4400" b="1" i="0" u="none" strike="noStrike" kern="1200" cap="none" spc="0" normalizeH="0" baseline="0" noProof="0" dirty="0">
                <a:ln>
                  <a:noFill/>
                </a:ln>
                <a:solidFill>
                  <a:srgbClr val="FF0000"/>
                </a:solidFill>
                <a:effectLst/>
                <a:uLnTx/>
                <a:uFillTx/>
                <a:latin typeface="+mj-lt"/>
                <a:ea typeface="+mj-ea"/>
                <a:cs typeface="+mj-cs"/>
              </a:rPr>
              <a:t>Introduction</a:t>
            </a:r>
            <a:endParaRPr kumimoji="0" lang="en-IN" sz="4400" b="1" i="0" u="none" strike="noStrike" kern="1200" cap="none" spc="0" normalizeH="0" baseline="0" noProof="0" dirty="0">
              <a:ln>
                <a:noFill/>
              </a:ln>
              <a:solidFill>
                <a:srgbClr val="FF0000"/>
              </a:solidFill>
              <a:effectLst/>
              <a:uLnTx/>
              <a:uFillTx/>
              <a:latin typeface="+mj-lt"/>
              <a:ea typeface="+mj-ea"/>
              <a:cs typeface="+mj-cs"/>
            </a:endParaRPr>
          </a:p>
        </p:txBody>
      </p:sp>
      <p:sp>
        <p:nvSpPr>
          <p:cNvPr id="8195" name="Content Placeholder 2"/>
          <p:cNvSpPr>
            <a:spLocks noGrp="1"/>
          </p:cNvSpPr>
          <p:nvPr>
            <p:ph idx="1"/>
          </p:nvPr>
        </p:nvSpPr>
        <p:spPr>
          <a:xfrm>
            <a:off x="444500" y="1106488"/>
            <a:ext cx="11385550" cy="5070475"/>
          </a:xfrm>
          <a:ln/>
        </p:spPr>
        <p:txBody>
          <a:bodyPr vert="horz" wrap="square" lIns="91440" tIns="45720" rIns="91440" bIns="45720" anchor="t" anchorCtr="0"/>
          <a:p>
            <a:pPr algn="just" eaLnBrk="1" hangingPunct="1"/>
            <a:r>
              <a:rPr lang="en-IN" altLang="x-none" dirty="0"/>
              <a:t>Mobile devices store significant user behavior data, making them vital sources for forensic investigations. </a:t>
            </a:r>
            <a:endParaRPr lang="en-IN" altLang="x-none" dirty="0"/>
          </a:p>
          <a:p>
            <a:pPr algn="just" eaLnBrk="1" hangingPunct="1"/>
            <a:r>
              <a:rPr lang="en-IN" altLang="x-none" dirty="0"/>
              <a:t>Digital evidence includes deleted files, browsing history, messages, and login data, retrieved using specialized techniques that preserve the device's original state.</a:t>
            </a:r>
            <a:endParaRPr lang="en-IN" altLang="x-none" dirty="0"/>
          </a:p>
          <a:p>
            <a:pPr algn="just" eaLnBrk="1" hangingPunct="1"/>
            <a:r>
              <a:rPr lang="en-GB" altLang="x-none" dirty="0"/>
              <a:t>Forensic analysis requires avoiding evidence contamination, documenting processes methodically, and maintaining a controlled chain of custody. </a:t>
            </a:r>
            <a:endParaRPr lang="en-GB" altLang="x-none" dirty="0"/>
          </a:p>
          <a:p>
            <a:pPr algn="just" eaLnBrk="1" hangingPunct="1"/>
            <a:r>
              <a:rPr lang="en-GB" altLang="x-none" dirty="0"/>
              <a:t>Legal compliance is critical to prevent misuse of data and ensure adherence to jurisdictional guidelines.</a:t>
            </a:r>
            <a:endParaRPr lang="en-GB" altLang="x-none" dirty="0"/>
          </a:p>
          <a:p>
            <a:pPr algn="just" eaLnBrk="1" hangingPunct="1"/>
            <a:r>
              <a:rPr lang="en-GB" altLang="x-none" dirty="0"/>
              <a:t>A Python-based tool has been developed to generate unified reports of user activity on Android devices by aggregating data from various installed applications, addressing gaps in existing forensic solutions.</a:t>
            </a:r>
            <a:endParaRPr lang="en-IN"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Title 1"/>
          <p:cNvSpPr>
            <a:spLocks noGrp="1"/>
          </p:cNvSpPr>
          <p:nvPr>
            <p:ph type="title"/>
          </p:nvPr>
        </p:nvSpPr>
        <p:spPr>
          <a:xfrm>
            <a:off x="838200" y="365125"/>
            <a:ext cx="10515600" cy="752475"/>
          </a:xfrm>
          <a:ln/>
        </p:spPr>
        <p:txBody>
          <a:bodyPr vert="horz" wrap="square" lIns="91440" tIns="45720" rIns="91440" bIns="45720" anchor="ctr" anchorCtr="0"/>
          <a:p>
            <a:pPr eaLnBrk="1" hangingPunct="1"/>
            <a:r>
              <a:rPr lang="en-IN" altLang="en-US" b="1" dirty="0">
                <a:solidFill>
                  <a:srgbClr val="FF0000"/>
                </a:solidFill>
              </a:rPr>
              <a:t>Existing System</a:t>
            </a:r>
            <a:endParaRPr lang="en-IN" altLang="en-US" b="1" dirty="0">
              <a:solidFill>
                <a:srgbClr val="FF0000"/>
              </a:solidFill>
            </a:endParaRPr>
          </a:p>
        </p:txBody>
      </p:sp>
      <p:sp>
        <p:nvSpPr>
          <p:cNvPr id="3" name="Rectangle 5"/>
          <p:cNvSpPr>
            <a:spLocks noGrp="1" noChangeArrowheads="1"/>
          </p:cNvSpPr>
          <p:nvPr>
            <p:ph idx="1"/>
          </p:nvPr>
        </p:nvSpPr>
        <p:spPr>
          <a:xfrm>
            <a:off x="320675" y="1028700"/>
            <a:ext cx="11550650" cy="5108575"/>
          </a:xfrm>
        </p:spPr>
        <p:txBody>
          <a:bodyPr vert="horz" wrap="square" lIns="91440" tIns="45720" rIns="91440" bIns="45720" numCol="1" anchor="ctr" anchorCtr="0" compatLnSpc="1">
            <a:spAutoFit/>
          </a:bodyPr>
          <a:lstStyle/>
          <a:p>
            <a:pPr marL="228600" marR="0" lvl="0" indent="-228600" algn="just" defTabSz="914400" rtl="0" eaLnBrk="0" fontAlgn="base" latinLnBrk="0" hangingPunct="0">
              <a:lnSpc>
                <a:spcPct val="100000"/>
              </a:lnSpc>
              <a:spcBef>
                <a:spcPct val="0"/>
              </a:spcBef>
              <a:spcAft>
                <a:spcPct val="0"/>
              </a:spcAft>
              <a:buClrTx/>
              <a:buSzTx/>
              <a:buFont typeface="Arial" panose="020B0604020202020204" pitchFamily="34" charset="0"/>
              <a:buChar char="•"/>
              <a:defRPr/>
            </a:pPr>
            <a:r>
              <a:rPr kumimoji="0" lang="en-US" altLang="en-US" sz="28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Mobile devices are widely used in daily life due to the utility and importance of their diverse applications.</a:t>
            </a:r>
            <a:endParaRPr kumimoji="0" lang="en-US" altLang="en-US" sz="28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228600" marR="0" lvl="0" indent="-228600" algn="just" defTabSz="914400" rtl="0" eaLnBrk="0" fontAlgn="base" latinLnBrk="0" hangingPunct="0">
              <a:lnSpc>
                <a:spcPct val="100000"/>
              </a:lnSpc>
              <a:spcBef>
                <a:spcPct val="0"/>
              </a:spcBef>
              <a:spcAft>
                <a:spcPct val="0"/>
              </a:spcAft>
              <a:buClrTx/>
              <a:buSzTx/>
              <a:buFont typeface="Arial" panose="020B0604020202020204" pitchFamily="34" charset="0"/>
              <a:buChar char="•"/>
              <a:defRPr/>
            </a:pPr>
            <a:r>
              <a:rPr kumimoji="0" lang="en-US" altLang="en-US" sz="28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These devices act as personal trackers, storing vast amounts of personal and behavioral data about users.</a:t>
            </a:r>
            <a:endParaRPr kumimoji="0" lang="en-US" altLang="en-US" sz="28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228600" marR="0" lvl="0" indent="-228600" algn="just" defTabSz="914400" rtl="0" eaLnBrk="0" fontAlgn="base" latinLnBrk="0" hangingPunct="0">
              <a:lnSpc>
                <a:spcPct val="100000"/>
              </a:lnSpc>
              <a:spcBef>
                <a:spcPct val="0"/>
              </a:spcBef>
              <a:spcAft>
                <a:spcPct val="0"/>
              </a:spcAft>
              <a:buClrTx/>
              <a:buSzTx/>
              <a:buFont typeface="Arial" panose="020B0604020202020204" pitchFamily="34" charset="0"/>
              <a:buChar char="•"/>
              <a:defRPr/>
            </a:pPr>
            <a:r>
              <a:rPr kumimoji="0" lang="en-US" altLang="en-US" sz="28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They capture information related to daily activities, including app usage, communication, and browsing behavior.</a:t>
            </a:r>
            <a:endParaRPr kumimoji="0" lang="en-US" altLang="en-US" sz="28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228600" marR="0" lvl="0" indent="-228600" algn="just" defTabSz="914400" rtl="0" eaLnBrk="0" fontAlgn="base" latinLnBrk="0" hangingPunct="0">
              <a:lnSpc>
                <a:spcPct val="100000"/>
              </a:lnSpc>
              <a:spcBef>
                <a:spcPct val="0"/>
              </a:spcBef>
              <a:spcAft>
                <a:spcPct val="0"/>
              </a:spcAft>
              <a:buClrTx/>
              <a:buSzTx/>
              <a:buFont typeface="Arial" panose="020B0604020202020204" pitchFamily="34" charset="0"/>
              <a:buChar char="•"/>
              <a:defRPr/>
            </a:pPr>
            <a:r>
              <a:rPr kumimoji="0" lang="en-US" altLang="en-US" sz="28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Several forensic tools are available to analyze data stored on mobile devices.</a:t>
            </a:r>
            <a:endParaRPr kumimoji="0" lang="en-US" altLang="en-US" sz="28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228600" marR="0" lvl="0" indent="-228600" algn="just" defTabSz="914400" rtl="0" eaLnBrk="0" fontAlgn="base" latinLnBrk="0" hangingPunct="0">
              <a:lnSpc>
                <a:spcPct val="100000"/>
              </a:lnSpc>
              <a:spcBef>
                <a:spcPct val="0"/>
              </a:spcBef>
              <a:spcAft>
                <a:spcPct val="0"/>
              </a:spcAft>
              <a:buClrTx/>
              <a:buSzTx/>
              <a:buFont typeface="Arial" panose="020B0604020202020204" pitchFamily="34" charset="0"/>
              <a:buChar char="•"/>
              <a:defRPr/>
            </a:pPr>
            <a:r>
              <a:rPr kumimoji="0" lang="en-US" altLang="en-US" sz="28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Each tool focuses on isolated aspects, such as specific applications or activities, rather than providing a comprehensive view.</a:t>
            </a:r>
            <a:endParaRPr kumimoji="0" lang="en-US" altLang="en-US" sz="28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228600" marR="0" lvl="0" indent="-228600" algn="just" defTabSz="914400" rtl="0" eaLnBrk="0" fontAlgn="base" latinLnBrk="0" hangingPunct="0">
              <a:lnSpc>
                <a:spcPct val="100000"/>
              </a:lnSpc>
              <a:spcBef>
                <a:spcPct val="0"/>
              </a:spcBef>
              <a:spcAft>
                <a:spcPct val="0"/>
              </a:spcAft>
              <a:buClrTx/>
              <a:buSzTx/>
              <a:buFont typeface="Arial" panose="020B0604020202020204" pitchFamily="34" charset="0"/>
              <a:buChar char="•"/>
              <a:defRPr/>
            </a:pPr>
            <a:r>
              <a:rPr kumimoji="0" lang="en-US" altLang="en-US" sz="28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This fragmented approach limits the ability to analyze all relevant user data in one place.</a:t>
            </a:r>
            <a:endParaRPr kumimoji="0" lang="en-US" altLang="en-US" sz="28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en-US" sz="1800" b="0" i="0" u="none" strike="noStrike" kern="1200" cap="none" spc="0" normalizeH="0" baseline="0" noProof="0" dirty="0">
              <a:ln>
                <a:noFill/>
              </a:ln>
              <a:solidFill>
                <a:schemeClr val="tx1"/>
              </a:solidFill>
              <a:effectLst/>
              <a:uLnTx/>
              <a:uFillTx/>
              <a:latin typeface="Calibri" panose="020F0502020204030204" pitchFamily="34" charset="0"/>
              <a:ea typeface="+mn-ea"/>
              <a:cs typeface="+mn-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Title 1"/>
          <p:cNvSpPr>
            <a:spLocks noGrp="1"/>
          </p:cNvSpPr>
          <p:nvPr>
            <p:ph type="title"/>
          </p:nvPr>
        </p:nvSpPr>
        <p:spPr>
          <a:xfrm>
            <a:off x="261938" y="241300"/>
            <a:ext cx="10515600" cy="777875"/>
          </a:xfrm>
          <a:ln/>
        </p:spPr>
        <p:txBody>
          <a:bodyPr vert="horz" wrap="square" lIns="91440" tIns="45720" rIns="91440" bIns="45720" anchor="ctr" anchorCtr="0"/>
          <a:p>
            <a:pPr eaLnBrk="1" hangingPunct="1"/>
            <a:r>
              <a:rPr lang="en-IN" altLang="en-US" b="1" dirty="0">
                <a:solidFill>
                  <a:srgbClr val="FF0000"/>
                </a:solidFill>
              </a:rPr>
              <a:t>				Proposed System</a:t>
            </a:r>
            <a:endParaRPr lang="en-IN" altLang="en-US" b="1" dirty="0">
              <a:solidFill>
                <a:srgbClr val="FF0000"/>
              </a:solidFill>
            </a:endParaRPr>
          </a:p>
        </p:txBody>
      </p:sp>
      <p:sp>
        <p:nvSpPr>
          <p:cNvPr id="10243" name="Content Placeholder 2"/>
          <p:cNvSpPr>
            <a:spLocks noGrp="1"/>
          </p:cNvSpPr>
          <p:nvPr>
            <p:ph idx="1"/>
          </p:nvPr>
        </p:nvSpPr>
        <p:spPr>
          <a:xfrm>
            <a:off x="447675" y="865188"/>
            <a:ext cx="11482388" cy="4841875"/>
          </a:xfrm>
          <a:ln/>
        </p:spPr>
        <p:txBody>
          <a:bodyPr vert="horz" wrap="square" lIns="91440" tIns="45720" rIns="91440" bIns="45720" anchor="t" anchorCtr="0"/>
          <a:p>
            <a:pPr algn="just" eaLnBrk="1" hangingPunct="1"/>
            <a:r>
              <a:rPr lang="en-GB" altLang="x-none" dirty="0">
                <a:latin typeface="Times New Roman" panose="02020603050405020304" pitchFamily="18" charset="0"/>
                <a:ea typeface="SimSun" panose="02010600030101010101" pitchFamily="2" charset="-122"/>
              </a:rPr>
              <a:t>The present project</a:t>
            </a:r>
            <a:r>
              <a:rPr lang="en-GB" altLang="x-none" dirty="0">
                <a:latin typeface="Times New Roman" panose="02020603050405020304" pitchFamily="18" charset="0"/>
                <a:ea typeface="SimSun" panose="02010600030101010101" pitchFamily="2" charset="-122"/>
              </a:rPr>
              <a:t> proposes a tool that allows investigators to obtain a complete report and timeline of the activities that were performed on the device. </a:t>
            </a:r>
            <a:endParaRPr lang="en-GB" altLang="x-none" dirty="0">
              <a:latin typeface="Times New Roman" panose="02020603050405020304" pitchFamily="18" charset="0"/>
              <a:ea typeface="SimSun" panose="02010600030101010101" pitchFamily="2" charset="-122"/>
            </a:endParaRPr>
          </a:p>
          <a:p>
            <a:pPr algn="just" eaLnBrk="1" hangingPunct="1"/>
            <a:r>
              <a:rPr lang="en-GB" altLang="x-none" dirty="0">
                <a:latin typeface="Times New Roman" panose="02020603050405020304" pitchFamily="18" charset="0"/>
                <a:ea typeface="SimSun" panose="02010600030101010101" pitchFamily="2" charset="-122"/>
              </a:rPr>
              <a:t>This report incorporates the information provided by many sources into a unique set of data. </a:t>
            </a:r>
            <a:endParaRPr lang="en-GB" altLang="x-none" dirty="0">
              <a:latin typeface="Times New Roman" panose="02020603050405020304" pitchFamily="18" charset="0"/>
              <a:ea typeface="SimSun" panose="02010600030101010101" pitchFamily="2" charset="-122"/>
            </a:endParaRPr>
          </a:p>
          <a:p>
            <a:pPr algn="just" eaLnBrk="1" hangingPunct="1"/>
            <a:r>
              <a:rPr lang="en-GB" altLang="x-none" dirty="0">
                <a:latin typeface="Times New Roman" panose="02020603050405020304" pitchFamily="18" charset="0"/>
                <a:ea typeface="SimSun" panose="02010600030101010101" pitchFamily="2" charset="-122"/>
              </a:rPr>
              <a:t>Also, by means of an example, it is presented the operation of the solution, which shows the feasibility in the use of this tool and shows the way in which investigators have to apply the tool.</a:t>
            </a:r>
            <a:endParaRPr lang="en-GB" altLang="x-none" dirty="0">
              <a:latin typeface="Times New Roman" panose="02020603050405020304" pitchFamily="18" charset="0"/>
              <a:ea typeface="SimSun" panose="02010600030101010101" pitchFamily="2" charset="-122"/>
            </a:endParaRPr>
          </a:p>
          <a:p>
            <a:pPr algn="just">
              <a:lnSpc>
                <a:spcPct val="114000"/>
              </a:lnSpc>
              <a:spcAft>
                <a:spcPts val="1000"/>
              </a:spcAft>
            </a:pPr>
            <a:r>
              <a:rPr lang="en-GB" altLang="x-none" dirty="0">
                <a:latin typeface="Times New Roman" panose="02020603050405020304" pitchFamily="18" charset="0"/>
                <a:ea typeface="SimSun" panose="02010600030101010101" pitchFamily="2" charset="-122"/>
              </a:rPr>
              <a:t>Detects and counts the number of files according to the type.</a:t>
            </a:r>
            <a:endParaRPr lang="en-GB" altLang="x-none" dirty="0">
              <a:latin typeface="Times New Roman" panose="02020603050405020304" pitchFamily="18" charset="0"/>
              <a:ea typeface="SimSun" panose="02010600030101010101" pitchFamily="2" charset="-122"/>
            </a:endParaRPr>
          </a:p>
          <a:p>
            <a:pPr algn="just">
              <a:lnSpc>
                <a:spcPct val="114000"/>
              </a:lnSpc>
              <a:spcAft>
                <a:spcPts val="1000"/>
              </a:spcAft>
            </a:pPr>
            <a:r>
              <a:rPr lang="en-GB" altLang="x-none" dirty="0">
                <a:latin typeface="Times New Roman" panose="02020603050405020304" pitchFamily="18" charset="0"/>
                <a:ea typeface="SimSun" panose="02010600030101010101" pitchFamily="2" charset="-122"/>
              </a:rPr>
              <a:t>Determines the number of sheets, columns and rows in a Microsoft Excel file and the number of lines in text files. This activity is performed to indicate the length of each file. </a:t>
            </a:r>
            <a:endParaRPr lang="en-GB" altLang="x-none" dirty="0">
              <a:latin typeface="Times New Roman" panose="02020603050405020304" pitchFamily="18" charset="0"/>
              <a:ea typeface="SimSun" panose="02010600030101010101" pitchFamily="2" charset="-122"/>
            </a:endParaRPr>
          </a:p>
          <a:p>
            <a:pPr algn="just" eaLnBrk="1" hangingPunct="1"/>
            <a:endParaRPr lang="en-GB" altLang="x-none" sz="1800" dirty="0">
              <a:latin typeface="Times New Roman" panose="02020603050405020304" pitchFamily="18" charset="0"/>
              <a:ea typeface="SimSun" panose="02010600030101010101" pitchFamily="2" charset="-122"/>
            </a:endParaRPr>
          </a:p>
          <a:p>
            <a:pPr eaLnBrk="1" hangingPunct="1"/>
            <a:endParaRPr lang="en-IN"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Content Placeholder 2"/>
          <p:cNvSpPr>
            <a:spLocks noGrp="1"/>
          </p:cNvSpPr>
          <p:nvPr>
            <p:ph idx="1"/>
          </p:nvPr>
        </p:nvSpPr>
        <p:spPr>
          <a:xfrm>
            <a:off x="395288" y="519113"/>
            <a:ext cx="11796712" cy="5632450"/>
          </a:xfrm>
          <a:ln/>
        </p:spPr>
        <p:txBody>
          <a:bodyPr vert="horz" wrap="square" lIns="91440" tIns="45720" rIns="91440" bIns="45720" anchor="t" anchorCtr="0"/>
          <a:p>
            <a:pPr algn="just" eaLnBrk="1" hangingPunct="1"/>
            <a:r>
              <a:rPr lang="en-GB" altLang="x-none" dirty="0">
                <a:ea typeface="SimSun" panose="02010600030101010101" pitchFamily="2" charset="-122"/>
              </a:rPr>
              <a:t>Gets the column that contains the date and time of the user’s activity. </a:t>
            </a:r>
            <a:endParaRPr lang="en-GB" altLang="x-none" dirty="0">
              <a:ea typeface="SimSun" panose="02010600030101010101" pitchFamily="2" charset="-122"/>
            </a:endParaRPr>
          </a:p>
          <a:p>
            <a:pPr>
              <a:lnSpc>
                <a:spcPct val="114000"/>
              </a:lnSpc>
              <a:spcAft>
                <a:spcPts val="1000"/>
              </a:spcAft>
            </a:pPr>
            <a:r>
              <a:rPr lang="en-GB" altLang="x-none" dirty="0">
                <a:ea typeface="SimSun" panose="02010600030101010101" pitchFamily="2" charset="-122"/>
              </a:rPr>
              <a:t>Compares the date entered by the forensics investigator with the date of the evidence.</a:t>
            </a:r>
            <a:endParaRPr lang="en-GB" altLang="x-none" dirty="0">
              <a:ea typeface="SimSun" panose="02010600030101010101" pitchFamily="2" charset="-122"/>
            </a:endParaRPr>
          </a:p>
          <a:p>
            <a:pPr>
              <a:lnSpc>
                <a:spcPct val="114000"/>
              </a:lnSpc>
              <a:spcAft>
                <a:spcPts val="1000"/>
              </a:spcAft>
            </a:pPr>
            <a:r>
              <a:rPr lang="en-GB" altLang="x-none" dirty="0">
                <a:ea typeface="SimSun" panose="02010600030101010101" pitchFamily="2" charset="-122"/>
              </a:rPr>
              <a:t>  Saves the filtered data. </a:t>
            </a:r>
            <a:endParaRPr lang="en-GB" altLang="x-none" dirty="0">
              <a:ea typeface="SimSun" panose="02010600030101010101" pitchFamily="2" charset="-122"/>
            </a:endParaRPr>
          </a:p>
          <a:p>
            <a:pPr>
              <a:lnSpc>
                <a:spcPct val="114000"/>
              </a:lnSpc>
              <a:spcAft>
                <a:spcPts val="1000"/>
              </a:spcAft>
            </a:pPr>
            <a:r>
              <a:rPr lang="en-GB" altLang="x-none" dirty="0">
                <a:ea typeface="SimSun" panose="02010600030101010101" pitchFamily="2" charset="-122"/>
              </a:rPr>
              <a:t>Merges the data in a single file.</a:t>
            </a:r>
            <a:endParaRPr lang="en-GB" altLang="x-none" dirty="0">
              <a:ea typeface="SimSun" panose="02010600030101010101" pitchFamily="2" charset="-122"/>
            </a:endParaRPr>
          </a:p>
          <a:p>
            <a:pPr>
              <a:lnSpc>
                <a:spcPct val="114000"/>
              </a:lnSpc>
              <a:spcAft>
                <a:spcPts val="1000"/>
              </a:spcAft>
            </a:pPr>
            <a:r>
              <a:rPr lang="en-GB" altLang="x-none" dirty="0">
                <a:ea typeface="SimSun" panose="02010600030101010101" pitchFamily="2" charset="-122"/>
              </a:rPr>
              <a:t> Organizes the data in a descending order, so it is chronologically order. </a:t>
            </a:r>
            <a:endParaRPr lang="en-GB" altLang="x-none" dirty="0">
              <a:ea typeface="SimSun" panose="02010600030101010101" pitchFamily="2" charset="-122"/>
            </a:endParaRPr>
          </a:p>
          <a:p>
            <a:pPr>
              <a:lnSpc>
                <a:spcPct val="114000"/>
              </a:lnSpc>
              <a:spcAft>
                <a:spcPts val="1000"/>
              </a:spcAft>
            </a:pPr>
            <a:r>
              <a:rPr lang="en-GB" altLang="x-none" dirty="0">
                <a:ea typeface="SimSun" panose="02010600030101010101" pitchFamily="2" charset="-122"/>
              </a:rPr>
              <a:t> Deletes repeated data.</a:t>
            </a:r>
            <a:endParaRPr lang="en-GB" altLang="x-none" dirty="0">
              <a:ea typeface="SimSun" panose="02010600030101010101" pitchFamily="2" charset="-122"/>
            </a:endParaRPr>
          </a:p>
          <a:p>
            <a:pPr>
              <a:lnSpc>
                <a:spcPct val="114000"/>
              </a:lnSpc>
              <a:spcAft>
                <a:spcPts val="1000"/>
              </a:spcAft>
            </a:pPr>
            <a:r>
              <a:rPr lang="en-GB" altLang="x-none" dirty="0">
                <a:ea typeface="SimSun" panose="02010600030101010101" pitchFamily="2" charset="-122"/>
              </a:rPr>
              <a:t> Assigns a code to each activity.</a:t>
            </a:r>
            <a:endParaRPr lang="en-GB" altLang="x-none" dirty="0">
              <a:ea typeface="SimSun" panose="02010600030101010101" pitchFamily="2" charset="-122"/>
            </a:endParaRPr>
          </a:p>
          <a:p>
            <a:pPr>
              <a:lnSpc>
                <a:spcPct val="114000"/>
              </a:lnSpc>
              <a:spcAft>
                <a:spcPts val="1000"/>
              </a:spcAft>
            </a:pPr>
            <a:r>
              <a:rPr lang="en-GB" altLang="x-none" dirty="0">
                <a:ea typeface="SimSun" panose="02010600030101010101" pitchFamily="2" charset="-122"/>
              </a:rPr>
              <a:t> Saves the report</a:t>
            </a:r>
            <a:endParaRPr lang="en-GB" altLang="x-none" dirty="0">
              <a:ea typeface="SimSun" panose="02010600030101010101" pitchFamily="2" charset="-122"/>
            </a:endParaRPr>
          </a:p>
          <a:p>
            <a:endParaRPr lang="en-IN" altLang="x-none"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Title 1"/>
          <p:cNvSpPr>
            <a:spLocks noGrp="1"/>
          </p:cNvSpPr>
          <p:nvPr>
            <p:ph type="title"/>
          </p:nvPr>
        </p:nvSpPr>
        <p:spPr>
          <a:xfrm>
            <a:off x="838200" y="365125"/>
            <a:ext cx="10515600" cy="777875"/>
          </a:xfrm>
          <a:ln/>
        </p:spPr>
        <p:txBody>
          <a:bodyPr vert="horz" wrap="square" lIns="91440" tIns="45720" rIns="91440" bIns="45720" anchor="ctr" anchorCtr="0"/>
          <a:p>
            <a:pPr eaLnBrk="1" hangingPunct="1"/>
            <a:r>
              <a:rPr lang="en-IN" altLang="en-US" b="1" dirty="0">
                <a:solidFill>
                  <a:srgbClr val="FF0000"/>
                </a:solidFill>
              </a:rPr>
              <a:t>Existing </a:t>
            </a:r>
            <a:r>
              <a:rPr lang="en-IN" altLang="en-US" b="1" dirty="0">
                <a:solidFill>
                  <a:srgbClr val="002060"/>
                </a:solidFill>
              </a:rPr>
              <a:t>&lt;vs&gt; </a:t>
            </a:r>
            <a:r>
              <a:rPr lang="en-IN" altLang="en-US" b="1" dirty="0">
                <a:solidFill>
                  <a:srgbClr val="FF0000"/>
                </a:solidFill>
              </a:rPr>
              <a:t>Proposed System</a:t>
            </a:r>
            <a:endParaRPr lang="en-IN" altLang="en-US" b="1" dirty="0">
              <a:solidFill>
                <a:srgbClr val="FF0000"/>
              </a:solidFill>
            </a:endParaRPr>
          </a:p>
        </p:txBody>
      </p:sp>
      <p:graphicFrame>
        <p:nvGraphicFramePr>
          <p:cNvPr id="2" name="Content Placeholder 1"/>
          <p:cNvGraphicFramePr>
            <a:graphicFrameLocks noGrp="1"/>
          </p:cNvGraphicFramePr>
          <p:nvPr>
            <p:ph idx="1"/>
          </p:nvPr>
        </p:nvGraphicFramePr>
        <p:xfrm>
          <a:off x="731838" y="1071563"/>
          <a:ext cx="11031538" cy="5343525"/>
        </p:xfrm>
        <a:graphic>
          <a:graphicData uri="http://schemas.openxmlformats.org/drawingml/2006/table">
            <a:tbl>
              <a:tblPr firstRow="1" bandRow="1">
                <a:tableStyleId>{5C22544A-7EE6-4342-B048-85BDC9FD1C3A}</a:tableStyleId>
              </a:tblPr>
              <a:tblGrid>
                <a:gridCol w="3677508"/>
                <a:gridCol w="3677508"/>
                <a:gridCol w="3677508"/>
              </a:tblGrid>
              <a:tr h="486486">
                <a:tc>
                  <a:txBody>
                    <a:bodyPr/>
                    <a:lstStyle/>
                    <a:p>
                      <a:r>
                        <a:rPr lang="en-IN" b="1" dirty="0"/>
                        <a:t>Feature</a:t>
                      </a:r>
                      <a:endParaRPr lang="en-IN" dirty="0"/>
                    </a:p>
                  </a:txBody>
                  <a:tcPr anchor="ctr"/>
                </a:tc>
                <a:tc>
                  <a:txBody>
                    <a:bodyPr/>
                    <a:lstStyle/>
                    <a:p>
                      <a:r>
                        <a:rPr lang="en-IN" dirty="0"/>
                        <a:t>Existing System</a:t>
                      </a:r>
                      <a:endParaRPr lang="en-IN" dirty="0"/>
                    </a:p>
                  </a:txBody>
                  <a:tcPr anchor="ctr"/>
                </a:tc>
                <a:tc>
                  <a:txBody>
                    <a:bodyPr/>
                    <a:lstStyle/>
                    <a:p>
                      <a:r>
                        <a:rPr lang="en-IN" dirty="0"/>
                        <a:t>Proposed System</a:t>
                      </a:r>
                      <a:endParaRPr lang="en-IN" dirty="0"/>
                    </a:p>
                  </a:txBody>
                  <a:tcPr/>
                </a:tc>
              </a:tr>
              <a:tr h="1199552">
                <a:tc>
                  <a:txBody>
                    <a:bodyPr/>
                    <a:lstStyle/>
                    <a:p>
                      <a:r>
                        <a:rPr lang="en-IN" dirty="0"/>
                        <a:t>Data Integration</a:t>
                      </a:r>
                      <a:endParaRPr lang="en-IN" dirty="0"/>
                    </a:p>
                  </a:txBody>
                  <a:tcPr/>
                </a:tc>
                <a:tc>
                  <a:txBody>
                    <a:bodyPr/>
                    <a:lstStyle/>
                    <a:p>
                      <a:pPr algn="l"/>
                      <a:r>
                        <a:rPr lang="en-GB" dirty="0"/>
                        <a:t>Isolated tools provide fragmented information for specific applications or activities.</a:t>
                      </a:r>
                      <a:endParaRPr lang="en-IN" dirty="0"/>
                    </a:p>
                  </a:txBody>
                  <a:tcPr/>
                </a:tc>
                <a:tc>
                  <a:txBody>
                    <a:bodyPr/>
                    <a:lstStyle/>
                    <a:p>
                      <a:r>
                        <a:rPr lang="en-GB" dirty="0"/>
                        <a:t>Unified tool consolidates data from multiple sources into comprehensive timeline report.</a:t>
                      </a:r>
                      <a:endParaRPr lang="en-IN" dirty="0"/>
                    </a:p>
                  </a:txBody>
                  <a:tcPr/>
                </a:tc>
              </a:tr>
              <a:tr h="486486">
                <a:tc>
                  <a:txBody>
                    <a:bodyPr/>
                    <a:lstStyle/>
                    <a:p>
                      <a:r>
                        <a:rPr lang="en-IN" b="0" dirty="0"/>
                        <a:t>File Analysis</a:t>
                      </a:r>
                      <a:endParaRPr lang="en-IN" b="0" dirty="0"/>
                    </a:p>
                  </a:txBody>
                  <a:tcPr anchor="ctr"/>
                </a:tc>
                <a:tc>
                  <a:txBody>
                    <a:bodyPr/>
                    <a:lstStyle/>
                    <a:p>
                      <a:r>
                        <a:rPr lang="en-GB" dirty="0"/>
                        <a:t>Basic file retrieval without in-depth analysis of content.</a:t>
                      </a:r>
                      <a:endParaRPr lang="en-IN" dirty="0"/>
                    </a:p>
                  </a:txBody>
                  <a:tcPr anchor="ctr"/>
                </a:tc>
                <a:tc>
                  <a:txBody>
                    <a:bodyPr/>
                    <a:lstStyle/>
                    <a:p>
                      <a:r>
                        <a:rPr lang="en-GB" dirty="0" err="1"/>
                        <a:t>Analyzes</a:t>
                      </a:r>
                      <a:r>
                        <a:rPr lang="en-GB" dirty="0"/>
                        <a:t> file structures, including sheets, rows, and columns in Excel files and line counts in text.</a:t>
                      </a:r>
                      <a:endParaRPr lang="en-IN" dirty="0"/>
                    </a:p>
                  </a:txBody>
                  <a:tcPr/>
                </a:tc>
              </a:tr>
              <a:tr h="486486">
                <a:tc>
                  <a:txBody>
                    <a:bodyPr/>
                    <a:lstStyle/>
                    <a:p>
                      <a:r>
                        <a:rPr lang="en-IN" dirty="0"/>
                        <a:t>Date-Time Matching</a:t>
                      </a:r>
                      <a:endParaRPr lang="en-IN" dirty="0"/>
                    </a:p>
                  </a:txBody>
                  <a:tcPr/>
                </a:tc>
                <a:tc>
                  <a:txBody>
                    <a:bodyPr/>
                    <a:lstStyle/>
                    <a:p>
                      <a:r>
                        <a:rPr lang="en-GB" dirty="0"/>
                        <a:t>Limited or no integration of activity date-time correlation.</a:t>
                      </a:r>
                      <a:endParaRPr lang="en-IN" dirty="0"/>
                    </a:p>
                  </a:txBody>
                  <a:tcPr/>
                </a:tc>
                <a:tc>
                  <a:txBody>
                    <a:bodyPr/>
                    <a:lstStyle/>
                    <a:p>
                      <a:r>
                        <a:rPr lang="en-GB" dirty="0"/>
                        <a:t>Extracts, compares, and filters user activity based on forensic investigator's input date.</a:t>
                      </a:r>
                      <a:endParaRPr lang="en-IN" dirty="0"/>
                    </a:p>
                  </a:txBody>
                  <a:tcPr/>
                </a:tc>
              </a:tr>
              <a:tr h="486486">
                <a:tc>
                  <a:txBody>
                    <a:bodyPr/>
                    <a:lstStyle/>
                    <a:p>
                      <a:r>
                        <a:rPr lang="en-IN" dirty="0"/>
                        <a:t>Duplicate Handling</a:t>
                      </a:r>
                      <a:endParaRPr lang="en-IN" dirty="0"/>
                    </a:p>
                  </a:txBody>
                  <a:tcPr/>
                </a:tc>
                <a:tc>
                  <a:txBody>
                    <a:bodyPr/>
                    <a:lstStyle/>
                    <a:p>
                      <a:r>
                        <a:rPr lang="en-GB" dirty="0"/>
                        <a:t>Repetitive data often remains unprocessed, requiring manual filtering.</a:t>
                      </a:r>
                      <a:endParaRPr lang="en-IN" dirty="0"/>
                    </a:p>
                  </a:txBody>
                  <a:tcPr/>
                </a:tc>
                <a:tc>
                  <a:txBody>
                    <a:bodyPr/>
                    <a:lstStyle/>
                    <a:p>
                      <a:r>
                        <a:rPr lang="en-GB" dirty="0"/>
                        <a:t>Automatically removes duplicate entries for clean and precise reporting.</a:t>
                      </a:r>
                      <a:endParaRPr lang="en-IN" dirty="0"/>
                    </a:p>
                  </a:txBody>
                  <a:tcPr/>
                </a:tc>
              </a:tr>
              <a:tr h="486486">
                <a:tc>
                  <a:txBody>
                    <a:bodyPr/>
                    <a:lstStyle/>
                    <a:p>
                      <a:r>
                        <a:rPr lang="en-IN" dirty="0"/>
                        <a:t>Customization and Coding</a:t>
                      </a:r>
                      <a:endParaRPr lang="en-IN" dirty="0"/>
                    </a:p>
                  </a:txBody>
                  <a:tcPr/>
                </a:tc>
                <a:tc>
                  <a:txBody>
                    <a:bodyPr/>
                    <a:lstStyle/>
                    <a:p>
                      <a:r>
                        <a:rPr lang="en-GB" dirty="0"/>
                        <a:t>Minimal metadata assignment and organization of activities.</a:t>
                      </a:r>
                      <a:endParaRPr lang="en-IN" dirty="0"/>
                    </a:p>
                  </a:txBody>
                  <a:tcPr/>
                </a:tc>
                <a:tc>
                  <a:txBody>
                    <a:bodyPr/>
                    <a:lstStyle/>
                    <a:p>
                      <a:r>
                        <a:rPr lang="en-GB" dirty="0"/>
                        <a:t>Assigns unique activity codes for efficient tracking and understanding of user </a:t>
                      </a:r>
                      <a:r>
                        <a:rPr lang="en-GB" dirty="0" err="1"/>
                        <a:t>behavior</a:t>
                      </a:r>
                      <a:r>
                        <a:rPr lang="en-GB" dirty="0"/>
                        <a:t>.</a:t>
                      </a:r>
                      <a:endParaRPr lang="en-IN" dirty="0"/>
                    </a:p>
                  </a:txBody>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Text Box 1"/>
          <p:cNvSpPr txBox="1"/>
          <p:nvPr/>
        </p:nvSpPr>
        <p:spPr>
          <a:xfrm>
            <a:off x="322263" y="169863"/>
            <a:ext cx="10939462" cy="1006475"/>
          </a:xfrm>
          <a:prstGeom prst="rect">
            <a:avLst/>
          </a:prstGeom>
          <a:noFill/>
          <a:ln w="9525">
            <a:noFill/>
          </a:ln>
        </p:spPr>
        <p:txBody>
          <a:bodyPr anchor="ctr" anchorCtr="0"/>
          <a:p>
            <a:pPr defTabSz="914400" eaLnBrk="1" hangingPunct="1">
              <a:lnSpc>
                <a:spcPct val="90000"/>
              </a:lnSpc>
              <a:spcBef>
                <a:spcPts val="25"/>
              </a:spcBef>
              <a:spcAft>
                <a:spcPts val="25"/>
              </a:spcAft>
              <a:buSzPct val="10000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pPr>
            <a:br>
              <a:rPr lang="en-IN" altLang="en-US" sz="4400" b="1" dirty="0">
                <a:solidFill>
                  <a:srgbClr val="FF0000"/>
                </a:solidFill>
                <a:latin typeface="Calibri" panose="020F0502020204030204" pitchFamily="34" charset="0"/>
                <a:ea typeface="SimSun" panose="02010600030101010101" pitchFamily="2" charset="-122"/>
              </a:rPr>
            </a:br>
            <a:r>
              <a:rPr lang="en-IN" altLang="en-US" sz="4400" b="1" dirty="0">
                <a:solidFill>
                  <a:srgbClr val="FF0000"/>
                </a:solidFill>
                <a:latin typeface="Calibri" panose="020F0502020204030204" pitchFamily="34" charset="0"/>
                <a:ea typeface="SimSun" panose="02010600030101010101" pitchFamily="2" charset="-122"/>
              </a:rPr>
              <a:t>Literature Review </a:t>
            </a:r>
            <a:br>
              <a:rPr lang="en-IN" altLang="en-US" sz="4400" b="1" dirty="0">
                <a:solidFill>
                  <a:srgbClr val="FF0000"/>
                </a:solidFill>
                <a:latin typeface="Calibri" panose="020F0502020204030204" pitchFamily="34" charset="0"/>
                <a:ea typeface="SimSun" panose="02010600030101010101" pitchFamily="2" charset="-122"/>
              </a:rPr>
            </a:br>
            <a:br>
              <a:rPr lang="en-IN" altLang="en-US" sz="2800" dirty="0">
                <a:solidFill>
                  <a:srgbClr val="000000"/>
                </a:solidFill>
                <a:latin typeface="Calibri Light" panose="020F0302020204030204" pitchFamily="34" charset="0"/>
                <a:ea typeface="Microsoft YaHei" panose="020B0503020204020204" pitchFamily="34" charset="-122"/>
              </a:rPr>
            </a:br>
            <a:endParaRPr lang="en-IN" altLang="en-US" sz="2800" dirty="0">
              <a:solidFill>
                <a:srgbClr val="000000"/>
              </a:solidFill>
              <a:latin typeface="Calibri Light" panose="020F0302020204030204" pitchFamily="34" charset="0"/>
              <a:ea typeface="Microsoft YaHei" panose="020B0503020204020204" pitchFamily="34" charset="-122"/>
            </a:endParaRPr>
          </a:p>
        </p:txBody>
      </p:sp>
      <p:graphicFrame>
        <p:nvGraphicFramePr>
          <p:cNvPr id="11266" name="Group 2"/>
          <p:cNvGraphicFramePr>
            <a:graphicFrameLocks noGrp="1"/>
          </p:cNvGraphicFramePr>
          <p:nvPr/>
        </p:nvGraphicFramePr>
        <p:xfrm>
          <a:off x="15875" y="822325"/>
          <a:ext cx="11960225" cy="3903663"/>
        </p:xfrm>
        <a:graphic>
          <a:graphicData uri="http://schemas.openxmlformats.org/drawingml/2006/table">
            <a:tbl>
              <a:tblPr/>
              <a:tblGrid>
                <a:gridCol w="759395"/>
                <a:gridCol w="3327547"/>
                <a:gridCol w="2551678"/>
                <a:gridCol w="2944779"/>
                <a:gridCol w="2375955"/>
              </a:tblGrid>
              <a:tr h="540576">
                <a:tc>
                  <a:txBody>
                    <a:bodyPr/>
                    <a:lstStyle>
                      <a:lvl1pPr>
                        <a:lnSpc>
                          <a:spcPct val="90000"/>
                        </a:lnSpc>
                        <a:spcBef>
                          <a:spcPts val="102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2400">
                          <a:solidFill>
                            <a:srgbClr val="000000"/>
                          </a:solidFill>
                          <a:latin typeface="Calibri" panose="020F0502020204030204" pitchFamily="34" charset="0"/>
                          <a:ea typeface="Microsoft YaHei" panose="020B0503020204020204" pitchFamily="34" charset="-122"/>
                        </a:defRPr>
                      </a:lvl1pPr>
                      <a:lvl2pPr>
                        <a:lnSpc>
                          <a:spcPct val="90000"/>
                        </a:lnSpc>
                        <a:spcBef>
                          <a:spcPts val="52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2000">
                          <a:solidFill>
                            <a:srgbClr val="000000"/>
                          </a:solidFill>
                          <a:latin typeface="Calibri" panose="020F0502020204030204" pitchFamily="34" charset="0"/>
                          <a:ea typeface="Microsoft YaHei" panose="020B0503020204020204" pitchFamily="34" charset="-122"/>
                        </a:defRPr>
                      </a:lvl2pPr>
                      <a:lvl3pPr>
                        <a:lnSpc>
                          <a:spcPct val="90000"/>
                        </a:lnSpc>
                        <a:spcBef>
                          <a:spcPts val="52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a:solidFill>
                            <a:srgbClr val="000000"/>
                          </a:solidFill>
                          <a:latin typeface="Calibri" panose="020F0502020204030204" pitchFamily="34" charset="0"/>
                          <a:ea typeface="Microsoft YaHei" panose="020B0503020204020204" pitchFamily="34" charset="-122"/>
                        </a:defRPr>
                      </a:lvl3pPr>
                      <a:lvl4pPr>
                        <a:lnSpc>
                          <a:spcPct val="90000"/>
                        </a:lnSpc>
                        <a:spcBef>
                          <a:spcPts val="52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1600">
                          <a:solidFill>
                            <a:srgbClr val="000000"/>
                          </a:solidFill>
                          <a:latin typeface="Calibri" panose="020F0502020204030204" pitchFamily="34" charset="0"/>
                          <a:ea typeface="Microsoft YaHei" panose="020B0503020204020204" pitchFamily="34" charset="-122"/>
                        </a:defRPr>
                      </a:lvl4pPr>
                      <a:lvl5pPr>
                        <a:lnSpc>
                          <a:spcPct val="90000"/>
                        </a:lnSpc>
                        <a:spcBef>
                          <a:spcPts val="52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1600">
                          <a:solidFill>
                            <a:srgbClr val="000000"/>
                          </a:solidFill>
                          <a:latin typeface="Calibri" panose="020F0502020204030204" pitchFamily="34" charset="0"/>
                          <a:ea typeface="Microsoft YaHei" panose="020B0503020204020204" pitchFamily="34" charset="-122"/>
                        </a:defRPr>
                      </a:lvl5pPr>
                      <a:lvl6pPr marL="2514600" indent="-228600" defTabSz="457200" eaLnBrk="0" fontAlgn="base" hangingPunct="0">
                        <a:lnSpc>
                          <a:spcPct val="90000"/>
                        </a:lnSpc>
                        <a:spcBef>
                          <a:spcPts val="5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1600">
                          <a:solidFill>
                            <a:srgbClr val="000000"/>
                          </a:solidFill>
                          <a:latin typeface="Calibri" panose="020F0502020204030204" pitchFamily="34" charset="0"/>
                          <a:ea typeface="Microsoft YaHei" panose="020B0503020204020204" pitchFamily="34" charset="-122"/>
                        </a:defRPr>
                      </a:lvl6pPr>
                      <a:lvl7pPr marL="2971800" indent="-228600" defTabSz="457200" eaLnBrk="0" fontAlgn="base" hangingPunct="0">
                        <a:lnSpc>
                          <a:spcPct val="90000"/>
                        </a:lnSpc>
                        <a:spcBef>
                          <a:spcPts val="5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1600">
                          <a:solidFill>
                            <a:srgbClr val="000000"/>
                          </a:solidFill>
                          <a:latin typeface="Calibri" panose="020F0502020204030204" pitchFamily="34" charset="0"/>
                          <a:ea typeface="Microsoft YaHei" panose="020B0503020204020204" pitchFamily="34" charset="-122"/>
                        </a:defRPr>
                      </a:lvl7pPr>
                      <a:lvl8pPr marL="3429000" indent="-228600" defTabSz="457200" eaLnBrk="0" fontAlgn="base" hangingPunct="0">
                        <a:lnSpc>
                          <a:spcPct val="90000"/>
                        </a:lnSpc>
                        <a:spcBef>
                          <a:spcPts val="5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1600">
                          <a:solidFill>
                            <a:srgbClr val="000000"/>
                          </a:solidFill>
                          <a:latin typeface="Calibri" panose="020F0502020204030204" pitchFamily="34" charset="0"/>
                          <a:ea typeface="Microsoft YaHei" panose="020B0503020204020204" pitchFamily="34" charset="-122"/>
                        </a:defRPr>
                      </a:lvl8pPr>
                      <a:lvl9pPr marL="3886200" indent="-228600" defTabSz="457200" eaLnBrk="0" fontAlgn="base" hangingPunct="0">
                        <a:lnSpc>
                          <a:spcPct val="90000"/>
                        </a:lnSpc>
                        <a:spcBef>
                          <a:spcPts val="5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1600">
                          <a:solidFill>
                            <a:srgbClr val="000000"/>
                          </a:solidFill>
                          <a:latin typeface="Calibri" panose="020F0502020204030204" pitchFamily="34" charset="0"/>
                          <a:ea typeface="Microsoft YaHei" panose="020B0503020204020204" pitchFamily="34" charset="-122"/>
                        </a:defRPr>
                      </a:lvl9pPr>
                    </a:lstStyle>
                    <a:p>
                      <a:pPr marL="0" marR="0" lvl="0" indent="0" algn="just" defTabSz="457200" rtl="0" eaLnBrk="1" fontAlgn="base" latinLnBrk="0" hangingPunct="1">
                        <a:lnSpc>
                          <a:spcPct val="92000"/>
                        </a:lnSpc>
                        <a:spcBef>
                          <a:spcPts val="25"/>
                        </a:spcBef>
                        <a:spcAft>
                          <a:spcPts val="25"/>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pPr>
                      <a:r>
                        <a:rPr kumimoji="0" lang="en-US" altLang="en-US" sz="1400" b="1" i="0" u="none" strike="noStrike" cap="none" normalizeH="0" baseline="0" dirty="0">
                          <a:ln>
                            <a:noFill/>
                          </a:ln>
                          <a:solidFill>
                            <a:srgbClr val="FFFFFF"/>
                          </a:solidFill>
                          <a:effectLst/>
                          <a:latin typeface="Arial Narrow" panose="020B0606020202030204" pitchFamily="34" charset="0"/>
                          <a:ea typeface="Microsoft YaHei" panose="020B0503020204020204" pitchFamily="34" charset="-122"/>
                        </a:rPr>
                        <a:t>S.</a:t>
                      </a:r>
                      <a:endParaRPr kumimoji="0" lang="en-US" altLang="en-US" sz="1400" b="1" i="0" u="none" strike="noStrike" cap="none" normalizeH="0" baseline="0" dirty="0">
                        <a:ln>
                          <a:noFill/>
                        </a:ln>
                        <a:solidFill>
                          <a:srgbClr val="FFFFFF"/>
                        </a:solidFill>
                        <a:effectLst/>
                        <a:latin typeface="Arial Narrow" panose="020B0606020202030204" pitchFamily="34" charset="0"/>
                        <a:ea typeface="Microsoft YaHei" panose="020B0503020204020204" pitchFamily="34" charset="-122"/>
                      </a:endParaRPr>
                    </a:p>
                    <a:p>
                      <a:pPr marL="0" marR="0" lvl="0" indent="0" algn="just" defTabSz="457200" rtl="0" eaLnBrk="1" fontAlgn="base" latinLnBrk="0" hangingPunct="1">
                        <a:lnSpc>
                          <a:spcPct val="92000"/>
                        </a:lnSpc>
                        <a:spcBef>
                          <a:spcPts val="25"/>
                        </a:spcBef>
                        <a:spcAft>
                          <a:spcPts val="25"/>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pPr>
                      <a:r>
                        <a:rPr kumimoji="0" lang="en-US" altLang="en-US" sz="1400" b="1" i="0" u="none" strike="noStrike" cap="none" normalizeH="0" baseline="0" dirty="0">
                          <a:ln>
                            <a:noFill/>
                          </a:ln>
                          <a:solidFill>
                            <a:srgbClr val="FFFFFF"/>
                          </a:solidFill>
                          <a:effectLst/>
                          <a:latin typeface="Arial Narrow" panose="020B0606020202030204" pitchFamily="34" charset="0"/>
                          <a:ea typeface="Microsoft YaHei" panose="020B0503020204020204" pitchFamily="34" charset="-122"/>
                        </a:rPr>
                        <a:t>No</a:t>
                      </a:r>
                      <a:endParaRPr kumimoji="0" lang="en-US" altLang="en-US" sz="1400" b="1" i="0" u="none" strike="noStrike" cap="none" normalizeH="0" baseline="0" dirty="0">
                        <a:ln>
                          <a:noFill/>
                        </a:ln>
                        <a:solidFill>
                          <a:srgbClr val="FFFFFF"/>
                        </a:solidFill>
                        <a:effectLst/>
                        <a:latin typeface="Arial Narrow" panose="020B0606020202030204" pitchFamily="34" charset="0"/>
                        <a:ea typeface="Microsoft YaHei" panose="020B0503020204020204" pitchFamily="34" charset="-122"/>
                      </a:endParaRPr>
                    </a:p>
                  </a:txBody>
                  <a:tcPr marL="122024" marR="122024" marT="45718" marB="45718" horzOverflow="overflow">
                    <a:lnL w="2880" cap="flat" cmpd="sng" algn="ctr">
                      <a:solidFill>
                        <a:srgbClr val="FFFFFF"/>
                      </a:solidFill>
                      <a:prstDash val="solid"/>
                      <a:round/>
                      <a:headEnd type="none" w="med" len="med"/>
                      <a:tailEnd type="none" w="med" len="med"/>
                    </a:lnL>
                    <a:lnR w="2880" cap="flat" cmpd="sng" algn="ctr">
                      <a:solidFill>
                        <a:srgbClr val="FFFFFF"/>
                      </a:solidFill>
                      <a:prstDash val="solid"/>
                      <a:round/>
                      <a:headEnd type="none" w="med" len="med"/>
                      <a:tailEnd type="none" w="med" len="med"/>
                    </a:lnR>
                    <a:lnT w="2880" cap="flat" cmpd="sng" algn="ctr">
                      <a:solidFill>
                        <a:srgbClr val="FFFFFF"/>
                      </a:solidFill>
                      <a:prstDash val="solid"/>
                      <a:round/>
                      <a:headEnd type="none" w="med" len="med"/>
                      <a:tailEnd type="none" w="med" len="med"/>
                    </a:lnT>
                    <a:lnB w="9360" cap="flat" cmpd="sng" algn="ctr">
                      <a:solidFill>
                        <a:srgbClr val="FFFFFF"/>
                      </a:solidFill>
                      <a:prstDash val="solid"/>
                      <a:round/>
                      <a:headEnd type="none" w="med" len="med"/>
                      <a:tailEnd type="none" w="med" len="med"/>
                    </a:lnB>
                    <a:lnTlToBr>
                      <a:noFill/>
                    </a:lnTlToBr>
                    <a:lnBlToTr>
                      <a:noFill/>
                    </a:lnBlToTr>
                    <a:solidFill>
                      <a:srgbClr val="98C723"/>
                    </a:solidFill>
                  </a:tcPr>
                </a:tc>
                <a:tc>
                  <a:txBody>
                    <a:bodyPr/>
                    <a:lstStyle>
                      <a:lvl1pPr>
                        <a:lnSpc>
                          <a:spcPct val="90000"/>
                        </a:lnSpc>
                        <a:spcBef>
                          <a:spcPts val="102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2400">
                          <a:solidFill>
                            <a:srgbClr val="000000"/>
                          </a:solidFill>
                          <a:latin typeface="Calibri" panose="020F0502020204030204" pitchFamily="34" charset="0"/>
                          <a:ea typeface="Microsoft YaHei" panose="020B0503020204020204" pitchFamily="34" charset="-122"/>
                        </a:defRPr>
                      </a:lvl1pPr>
                      <a:lvl2pPr>
                        <a:lnSpc>
                          <a:spcPct val="90000"/>
                        </a:lnSpc>
                        <a:spcBef>
                          <a:spcPts val="52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2000">
                          <a:solidFill>
                            <a:srgbClr val="000000"/>
                          </a:solidFill>
                          <a:latin typeface="Calibri" panose="020F0502020204030204" pitchFamily="34" charset="0"/>
                          <a:ea typeface="Microsoft YaHei" panose="020B0503020204020204" pitchFamily="34" charset="-122"/>
                        </a:defRPr>
                      </a:lvl2pPr>
                      <a:lvl3pPr>
                        <a:lnSpc>
                          <a:spcPct val="90000"/>
                        </a:lnSpc>
                        <a:spcBef>
                          <a:spcPts val="52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a:solidFill>
                            <a:srgbClr val="000000"/>
                          </a:solidFill>
                          <a:latin typeface="Calibri" panose="020F0502020204030204" pitchFamily="34" charset="0"/>
                          <a:ea typeface="Microsoft YaHei" panose="020B0503020204020204" pitchFamily="34" charset="-122"/>
                        </a:defRPr>
                      </a:lvl3pPr>
                      <a:lvl4pPr>
                        <a:lnSpc>
                          <a:spcPct val="90000"/>
                        </a:lnSpc>
                        <a:spcBef>
                          <a:spcPts val="52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1600">
                          <a:solidFill>
                            <a:srgbClr val="000000"/>
                          </a:solidFill>
                          <a:latin typeface="Calibri" panose="020F0502020204030204" pitchFamily="34" charset="0"/>
                          <a:ea typeface="Microsoft YaHei" panose="020B0503020204020204" pitchFamily="34" charset="-122"/>
                        </a:defRPr>
                      </a:lvl4pPr>
                      <a:lvl5pPr>
                        <a:lnSpc>
                          <a:spcPct val="90000"/>
                        </a:lnSpc>
                        <a:spcBef>
                          <a:spcPts val="52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1600">
                          <a:solidFill>
                            <a:srgbClr val="000000"/>
                          </a:solidFill>
                          <a:latin typeface="Calibri" panose="020F0502020204030204" pitchFamily="34" charset="0"/>
                          <a:ea typeface="Microsoft YaHei" panose="020B0503020204020204" pitchFamily="34" charset="-122"/>
                        </a:defRPr>
                      </a:lvl5pPr>
                      <a:lvl6pPr marL="2514600" indent="-228600" defTabSz="457200" eaLnBrk="0" fontAlgn="base" hangingPunct="0">
                        <a:lnSpc>
                          <a:spcPct val="90000"/>
                        </a:lnSpc>
                        <a:spcBef>
                          <a:spcPts val="5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1600">
                          <a:solidFill>
                            <a:srgbClr val="000000"/>
                          </a:solidFill>
                          <a:latin typeface="Calibri" panose="020F0502020204030204" pitchFamily="34" charset="0"/>
                          <a:ea typeface="Microsoft YaHei" panose="020B0503020204020204" pitchFamily="34" charset="-122"/>
                        </a:defRPr>
                      </a:lvl6pPr>
                      <a:lvl7pPr marL="2971800" indent="-228600" defTabSz="457200" eaLnBrk="0" fontAlgn="base" hangingPunct="0">
                        <a:lnSpc>
                          <a:spcPct val="90000"/>
                        </a:lnSpc>
                        <a:spcBef>
                          <a:spcPts val="5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1600">
                          <a:solidFill>
                            <a:srgbClr val="000000"/>
                          </a:solidFill>
                          <a:latin typeface="Calibri" panose="020F0502020204030204" pitchFamily="34" charset="0"/>
                          <a:ea typeface="Microsoft YaHei" panose="020B0503020204020204" pitchFamily="34" charset="-122"/>
                        </a:defRPr>
                      </a:lvl7pPr>
                      <a:lvl8pPr marL="3429000" indent="-228600" defTabSz="457200" eaLnBrk="0" fontAlgn="base" hangingPunct="0">
                        <a:lnSpc>
                          <a:spcPct val="90000"/>
                        </a:lnSpc>
                        <a:spcBef>
                          <a:spcPts val="5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1600">
                          <a:solidFill>
                            <a:srgbClr val="000000"/>
                          </a:solidFill>
                          <a:latin typeface="Calibri" panose="020F0502020204030204" pitchFamily="34" charset="0"/>
                          <a:ea typeface="Microsoft YaHei" panose="020B0503020204020204" pitchFamily="34" charset="-122"/>
                        </a:defRPr>
                      </a:lvl8pPr>
                      <a:lvl9pPr marL="3886200" indent="-228600" defTabSz="457200" eaLnBrk="0" fontAlgn="base" hangingPunct="0">
                        <a:lnSpc>
                          <a:spcPct val="90000"/>
                        </a:lnSpc>
                        <a:spcBef>
                          <a:spcPts val="5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1600">
                          <a:solidFill>
                            <a:srgbClr val="000000"/>
                          </a:solidFill>
                          <a:latin typeface="Calibri" panose="020F0502020204030204" pitchFamily="34" charset="0"/>
                          <a:ea typeface="Microsoft YaHei" panose="020B0503020204020204" pitchFamily="34" charset="-122"/>
                        </a:defRPr>
                      </a:lvl9pPr>
                    </a:lstStyle>
                    <a:p>
                      <a:pPr marL="0" marR="0" lvl="0" indent="0" algn="just" defTabSz="457200" rtl="0" eaLnBrk="1" fontAlgn="base" latinLnBrk="0" hangingPunct="1">
                        <a:lnSpc>
                          <a:spcPct val="92000"/>
                        </a:lnSpc>
                        <a:spcBef>
                          <a:spcPts val="25"/>
                        </a:spcBef>
                        <a:spcAft>
                          <a:spcPts val="25"/>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pPr>
                      <a:r>
                        <a:rPr kumimoji="0" lang="en-US" altLang="en-US" sz="1400" b="1" i="0" u="none" strike="noStrike" cap="none" normalizeH="0" baseline="0">
                          <a:ln>
                            <a:noFill/>
                          </a:ln>
                          <a:solidFill>
                            <a:srgbClr val="FFFFFF"/>
                          </a:solidFill>
                          <a:effectLst/>
                          <a:latin typeface="Arial Narrow" panose="020B0606020202030204" pitchFamily="34" charset="0"/>
                          <a:ea typeface="Microsoft YaHei" panose="020B0503020204020204" pitchFamily="34" charset="-122"/>
                        </a:rPr>
                        <a:t>Paper Title, Authors &amp; Publication Details</a:t>
                      </a:r>
                      <a:endParaRPr kumimoji="0" lang="en-US" altLang="en-US" sz="1400" b="1" i="0" u="none" strike="noStrike" cap="none" normalizeH="0" baseline="0">
                        <a:ln>
                          <a:noFill/>
                        </a:ln>
                        <a:solidFill>
                          <a:srgbClr val="FFFFFF"/>
                        </a:solidFill>
                        <a:effectLst/>
                        <a:latin typeface="Arial Narrow" panose="020B0606020202030204" pitchFamily="34" charset="0"/>
                        <a:ea typeface="Microsoft YaHei" panose="020B0503020204020204" pitchFamily="34" charset="-122"/>
                      </a:endParaRPr>
                    </a:p>
                  </a:txBody>
                  <a:tcPr marL="122024" marR="122024" marT="45718" marB="45718" horzOverflow="overflow">
                    <a:lnL w="2880" cap="flat" cmpd="sng" algn="ctr">
                      <a:solidFill>
                        <a:srgbClr val="FFFFFF"/>
                      </a:solidFill>
                      <a:prstDash val="solid"/>
                      <a:round/>
                      <a:headEnd type="none" w="med" len="med"/>
                      <a:tailEnd type="none" w="med" len="med"/>
                    </a:lnL>
                    <a:lnR w="2880" cap="flat" cmpd="sng" algn="ctr">
                      <a:solidFill>
                        <a:srgbClr val="FFFFFF"/>
                      </a:solidFill>
                      <a:prstDash val="solid"/>
                      <a:round/>
                      <a:headEnd type="none" w="med" len="med"/>
                      <a:tailEnd type="none" w="med" len="med"/>
                    </a:lnR>
                    <a:lnT w="2880" cap="flat" cmpd="sng" algn="ctr">
                      <a:solidFill>
                        <a:srgbClr val="FFFFFF"/>
                      </a:solidFill>
                      <a:prstDash val="solid"/>
                      <a:round/>
                      <a:headEnd type="none" w="med" len="med"/>
                      <a:tailEnd type="none" w="med" len="med"/>
                    </a:lnT>
                    <a:lnB w="9360" cap="flat" cmpd="sng" algn="ctr">
                      <a:solidFill>
                        <a:srgbClr val="FFFFFF"/>
                      </a:solidFill>
                      <a:prstDash val="solid"/>
                      <a:round/>
                      <a:headEnd type="none" w="med" len="med"/>
                      <a:tailEnd type="none" w="med" len="med"/>
                    </a:lnB>
                    <a:lnTlToBr>
                      <a:noFill/>
                    </a:lnTlToBr>
                    <a:lnBlToTr>
                      <a:noFill/>
                    </a:lnBlToTr>
                    <a:solidFill>
                      <a:srgbClr val="98C723"/>
                    </a:solidFill>
                  </a:tcPr>
                </a:tc>
                <a:tc>
                  <a:txBody>
                    <a:bodyPr/>
                    <a:lstStyle>
                      <a:lvl1pPr>
                        <a:lnSpc>
                          <a:spcPct val="90000"/>
                        </a:lnSpc>
                        <a:spcBef>
                          <a:spcPts val="102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2400">
                          <a:solidFill>
                            <a:srgbClr val="000000"/>
                          </a:solidFill>
                          <a:latin typeface="Calibri" panose="020F0502020204030204" pitchFamily="34" charset="0"/>
                          <a:ea typeface="Microsoft YaHei" panose="020B0503020204020204" pitchFamily="34" charset="-122"/>
                        </a:defRPr>
                      </a:lvl1pPr>
                      <a:lvl2pPr>
                        <a:lnSpc>
                          <a:spcPct val="90000"/>
                        </a:lnSpc>
                        <a:spcBef>
                          <a:spcPts val="52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2000">
                          <a:solidFill>
                            <a:srgbClr val="000000"/>
                          </a:solidFill>
                          <a:latin typeface="Calibri" panose="020F0502020204030204" pitchFamily="34" charset="0"/>
                          <a:ea typeface="Microsoft YaHei" panose="020B0503020204020204" pitchFamily="34" charset="-122"/>
                        </a:defRPr>
                      </a:lvl2pPr>
                      <a:lvl3pPr>
                        <a:lnSpc>
                          <a:spcPct val="90000"/>
                        </a:lnSpc>
                        <a:spcBef>
                          <a:spcPts val="52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a:solidFill>
                            <a:srgbClr val="000000"/>
                          </a:solidFill>
                          <a:latin typeface="Calibri" panose="020F0502020204030204" pitchFamily="34" charset="0"/>
                          <a:ea typeface="Microsoft YaHei" panose="020B0503020204020204" pitchFamily="34" charset="-122"/>
                        </a:defRPr>
                      </a:lvl3pPr>
                      <a:lvl4pPr>
                        <a:lnSpc>
                          <a:spcPct val="90000"/>
                        </a:lnSpc>
                        <a:spcBef>
                          <a:spcPts val="52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1600">
                          <a:solidFill>
                            <a:srgbClr val="000000"/>
                          </a:solidFill>
                          <a:latin typeface="Calibri" panose="020F0502020204030204" pitchFamily="34" charset="0"/>
                          <a:ea typeface="Microsoft YaHei" panose="020B0503020204020204" pitchFamily="34" charset="-122"/>
                        </a:defRPr>
                      </a:lvl4pPr>
                      <a:lvl5pPr>
                        <a:lnSpc>
                          <a:spcPct val="90000"/>
                        </a:lnSpc>
                        <a:spcBef>
                          <a:spcPts val="52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1600">
                          <a:solidFill>
                            <a:srgbClr val="000000"/>
                          </a:solidFill>
                          <a:latin typeface="Calibri" panose="020F0502020204030204" pitchFamily="34" charset="0"/>
                          <a:ea typeface="Microsoft YaHei" panose="020B0503020204020204" pitchFamily="34" charset="-122"/>
                        </a:defRPr>
                      </a:lvl5pPr>
                      <a:lvl6pPr marL="2514600" indent="-228600" defTabSz="457200" eaLnBrk="0" fontAlgn="base" hangingPunct="0">
                        <a:lnSpc>
                          <a:spcPct val="90000"/>
                        </a:lnSpc>
                        <a:spcBef>
                          <a:spcPts val="5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1600">
                          <a:solidFill>
                            <a:srgbClr val="000000"/>
                          </a:solidFill>
                          <a:latin typeface="Calibri" panose="020F0502020204030204" pitchFamily="34" charset="0"/>
                          <a:ea typeface="Microsoft YaHei" panose="020B0503020204020204" pitchFamily="34" charset="-122"/>
                        </a:defRPr>
                      </a:lvl6pPr>
                      <a:lvl7pPr marL="2971800" indent="-228600" defTabSz="457200" eaLnBrk="0" fontAlgn="base" hangingPunct="0">
                        <a:lnSpc>
                          <a:spcPct val="90000"/>
                        </a:lnSpc>
                        <a:spcBef>
                          <a:spcPts val="5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1600">
                          <a:solidFill>
                            <a:srgbClr val="000000"/>
                          </a:solidFill>
                          <a:latin typeface="Calibri" panose="020F0502020204030204" pitchFamily="34" charset="0"/>
                          <a:ea typeface="Microsoft YaHei" panose="020B0503020204020204" pitchFamily="34" charset="-122"/>
                        </a:defRPr>
                      </a:lvl7pPr>
                      <a:lvl8pPr marL="3429000" indent="-228600" defTabSz="457200" eaLnBrk="0" fontAlgn="base" hangingPunct="0">
                        <a:lnSpc>
                          <a:spcPct val="90000"/>
                        </a:lnSpc>
                        <a:spcBef>
                          <a:spcPts val="5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1600">
                          <a:solidFill>
                            <a:srgbClr val="000000"/>
                          </a:solidFill>
                          <a:latin typeface="Calibri" panose="020F0502020204030204" pitchFamily="34" charset="0"/>
                          <a:ea typeface="Microsoft YaHei" panose="020B0503020204020204" pitchFamily="34" charset="-122"/>
                        </a:defRPr>
                      </a:lvl8pPr>
                      <a:lvl9pPr marL="3886200" indent="-228600" defTabSz="457200" eaLnBrk="0" fontAlgn="base" hangingPunct="0">
                        <a:lnSpc>
                          <a:spcPct val="90000"/>
                        </a:lnSpc>
                        <a:spcBef>
                          <a:spcPts val="5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1600">
                          <a:solidFill>
                            <a:srgbClr val="000000"/>
                          </a:solidFill>
                          <a:latin typeface="Calibri" panose="020F0502020204030204" pitchFamily="34" charset="0"/>
                          <a:ea typeface="Microsoft YaHei" panose="020B0503020204020204" pitchFamily="34" charset="-122"/>
                        </a:defRPr>
                      </a:lvl9pPr>
                    </a:lstStyle>
                    <a:p>
                      <a:pPr marL="0" marR="0" lvl="0" indent="0" algn="just" defTabSz="457200" rtl="0" eaLnBrk="1" fontAlgn="base" latinLnBrk="0" hangingPunct="1">
                        <a:lnSpc>
                          <a:spcPct val="92000"/>
                        </a:lnSpc>
                        <a:spcBef>
                          <a:spcPts val="25"/>
                        </a:spcBef>
                        <a:spcAft>
                          <a:spcPts val="25"/>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pPr>
                      <a:r>
                        <a:rPr kumimoji="0" lang="en-US" altLang="en-US" sz="1400" b="1" i="0" u="none" strike="noStrike" cap="none" normalizeH="0" baseline="0">
                          <a:ln>
                            <a:noFill/>
                          </a:ln>
                          <a:solidFill>
                            <a:srgbClr val="FFFFFF"/>
                          </a:solidFill>
                          <a:effectLst/>
                          <a:latin typeface="Arial Narrow" panose="020B0606020202030204" pitchFamily="34" charset="0"/>
                          <a:ea typeface="Microsoft YaHei" panose="020B0503020204020204" pitchFamily="34" charset="-122"/>
                        </a:rPr>
                        <a:t>Algorithm/ Technique Used</a:t>
                      </a:r>
                      <a:endParaRPr kumimoji="0" lang="en-US" altLang="en-US" sz="1400" b="1" i="0" u="none" strike="noStrike" cap="none" normalizeH="0" baseline="0">
                        <a:ln>
                          <a:noFill/>
                        </a:ln>
                        <a:solidFill>
                          <a:srgbClr val="FFFFFF"/>
                        </a:solidFill>
                        <a:effectLst/>
                        <a:latin typeface="Arial Narrow" panose="020B0606020202030204" pitchFamily="34" charset="0"/>
                        <a:ea typeface="Microsoft YaHei" panose="020B0503020204020204" pitchFamily="34" charset="-122"/>
                      </a:endParaRPr>
                    </a:p>
                  </a:txBody>
                  <a:tcPr marL="122024" marR="122024" marT="45718" marB="45718" horzOverflow="overflow">
                    <a:lnL w="2880" cap="flat" cmpd="sng" algn="ctr">
                      <a:solidFill>
                        <a:srgbClr val="FFFFFF"/>
                      </a:solidFill>
                      <a:prstDash val="solid"/>
                      <a:round/>
                      <a:headEnd type="none" w="med" len="med"/>
                      <a:tailEnd type="none" w="med" len="med"/>
                    </a:lnL>
                    <a:lnR w="2880" cap="flat" cmpd="sng" algn="ctr">
                      <a:solidFill>
                        <a:srgbClr val="FFFFFF"/>
                      </a:solidFill>
                      <a:prstDash val="solid"/>
                      <a:round/>
                      <a:headEnd type="none" w="med" len="med"/>
                      <a:tailEnd type="none" w="med" len="med"/>
                    </a:lnR>
                    <a:lnT w="2880" cap="flat" cmpd="sng" algn="ctr">
                      <a:solidFill>
                        <a:srgbClr val="FFFFFF"/>
                      </a:solidFill>
                      <a:prstDash val="solid"/>
                      <a:round/>
                      <a:headEnd type="none" w="med" len="med"/>
                      <a:tailEnd type="none" w="med" len="med"/>
                    </a:lnT>
                    <a:lnB w="9360" cap="flat" cmpd="sng" algn="ctr">
                      <a:solidFill>
                        <a:srgbClr val="FFFFFF"/>
                      </a:solidFill>
                      <a:prstDash val="solid"/>
                      <a:round/>
                      <a:headEnd type="none" w="med" len="med"/>
                      <a:tailEnd type="none" w="med" len="med"/>
                    </a:lnB>
                    <a:lnTlToBr>
                      <a:noFill/>
                    </a:lnTlToBr>
                    <a:lnBlToTr>
                      <a:noFill/>
                    </a:lnBlToTr>
                    <a:solidFill>
                      <a:srgbClr val="98C723"/>
                    </a:solidFill>
                  </a:tcPr>
                </a:tc>
                <a:tc>
                  <a:txBody>
                    <a:bodyPr/>
                    <a:lstStyle>
                      <a:lvl1pPr>
                        <a:lnSpc>
                          <a:spcPct val="90000"/>
                        </a:lnSpc>
                        <a:spcBef>
                          <a:spcPts val="102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2400">
                          <a:solidFill>
                            <a:srgbClr val="000000"/>
                          </a:solidFill>
                          <a:latin typeface="Calibri" panose="020F0502020204030204" pitchFamily="34" charset="0"/>
                          <a:ea typeface="Microsoft YaHei" panose="020B0503020204020204" pitchFamily="34" charset="-122"/>
                        </a:defRPr>
                      </a:lvl1pPr>
                      <a:lvl2pPr>
                        <a:lnSpc>
                          <a:spcPct val="90000"/>
                        </a:lnSpc>
                        <a:spcBef>
                          <a:spcPts val="52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2000">
                          <a:solidFill>
                            <a:srgbClr val="000000"/>
                          </a:solidFill>
                          <a:latin typeface="Calibri" panose="020F0502020204030204" pitchFamily="34" charset="0"/>
                          <a:ea typeface="Microsoft YaHei" panose="020B0503020204020204" pitchFamily="34" charset="-122"/>
                        </a:defRPr>
                      </a:lvl2pPr>
                      <a:lvl3pPr>
                        <a:lnSpc>
                          <a:spcPct val="90000"/>
                        </a:lnSpc>
                        <a:spcBef>
                          <a:spcPts val="52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a:solidFill>
                            <a:srgbClr val="000000"/>
                          </a:solidFill>
                          <a:latin typeface="Calibri" panose="020F0502020204030204" pitchFamily="34" charset="0"/>
                          <a:ea typeface="Microsoft YaHei" panose="020B0503020204020204" pitchFamily="34" charset="-122"/>
                        </a:defRPr>
                      </a:lvl3pPr>
                      <a:lvl4pPr>
                        <a:lnSpc>
                          <a:spcPct val="90000"/>
                        </a:lnSpc>
                        <a:spcBef>
                          <a:spcPts val="52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1600">
                          <a:solidFill>
                            <a:srgbClr val="000000"/>
                          </a:solidFill>
                          <a:latin typeface="Calibri" panose="020F0502020204030204" pitchFamily="34" charset="0"/>
                          <a:ea typeface="Microsoft YaHei" panose="020B0503020204020204" pitchFamily="34" charset="-122"/>
                        </a:defRPr>
                      </a:lvl4pPr>
                      <a:lvl5pPr>
                        <a:lnSpc>
                          <a:spcPct val="90000"/>
                        </a:lnSpc>
                        <a:spcBef>
                          <a:spcPts val="52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1600">
                          <a:solidFill>
                            <a:srgbClr val="000000"/>
                          </a:solidFill>
                          <a:latin typeface="Calibri" panose="020F0502020204030204" pitchFamily="34" charset="0"/>
                          <a:ea typeface="Microsoft YaHei" panose="020B0503020204020204" pitchFamily="34" charset="-122"/>
                        </a:defRPr>
                      </a:lvl5pPr>
                      <a:lvl6pPr marL="2514600" indent="-228600" defTabSz="457200" eaLnBrk="0" fontAlgn="base" hangingPunct="0">
                        <a:lnSpc>
                          <a:spcPct val="90000"/>
                        </a:lnSpc>
                        <a:spcBef>
                          <a:spcPts val="5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1600">
                          <a:solidFill>
                            <a:srgbClr val="000000"/>
                          </a:solidFill>
                          <a:latin typeface="Calibri" panose="020F0502020204030204" pitchFamily="34" charset="0"/>
                          <a:ea typeface="Microsoft YaHei" panose="020B0503020204020204" pitchFamily="34" charset="-122"/>
                        </a:defRPr>
                      </a:lvl6pPr>
                      <a:lvl7pPr marL="2971800" indent="-228600" defTabSz="457200" eaLnBrk="0" fontAlgn="base" hangingPunct="0">
                        <a:lnSpc>
                          <a:spcPct val="90000"/>
                        </a:lnSpc>
                        <a:spcBef>
                          <a:spcPts val="5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1600">
                          <a:solidFill>
                            <a:srgbClr val="000000"/>
                          </a:solidFill>
                          <a:latin typeface="Calibri" panose="020F0502020204030204" pitchFamily="34" charset="0"/>
                          <a:ea typeface="Microsoft YaHei" panose="020B0503020204020204" pitchFamily="34" charset="-122"/>
                        </a:defRPr>
                      </a:lvl7pPr>
                      <a:lvl8pPr marL="3429000" indent="-228600" defTabSz="457200" eaLnBrk="0" fontAlgn="base" hangingPunct="0">
                        <a:lnSpc>
                          <a:spcPct val="90000"/>
                        </a:lnSpc>
                        <a:spcBef>
                          <a:spcPts val="5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1600">
                          <a:solidFill>
                            <a:srgbClr val="000000"/>
                          </a:solidFill>
                          <a:latin typeface="Calibri" panose="020F0502020204030204" pitchFamily="34" charset="0"/>
                          <a:ea typeface="Microsoft YaHei" panose="020B0503020204020204" pitchFamily="34" charset="-122"/>
                        </a:defRPr>
                      </a:lvl8pPr>
                      <a:lvl9pPr marL="3886200" indent="-228600" defTabSz="457200" eaLnBrk="0" fontAlgn="base" hangingPunct="0">
                        <a:lnSpc>
                          <a:spcPct val="90000"/>
                        </a:lnSpc>
                        <a:spcBef>
                          <a:spcPts val="5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1600">
                          <a:solidFill>
                            <a:srgbClr val="000000"/>
                          </a:solidFill>
                          <a:latin typeface="Calibri" panose="020F0502020204030204" pitchFamily="34" charset="0"/>
                          <a:ea typeface="Microsoft YaHei" panose="020B0503020204020204" pitchFamily="34" charset="-122"/>
                        </a:defRPr>
                      </a:lvl9pPr>
                    </a:lstStyle>
                    <a:p>
                      <a:pPr marL="0" marR="0" lvl="0" indent="0" algn="just" defTabSz="457200" rtl="0" eaLnBrk="1" fontAlgn="base" latinLnBrk="0" hangingPunct="1">
                        <a:lnSpc>
                          <a:spcPct val="92000"/>
                        </a:lnSpc>
                        <a:spcBef>
                          <a:spcPts val="25"/>
                        </a:spcBef>
                        <a:spcAft>
                          <a:spcPts val="25"/>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pPr>
                      <a:r>
                        <a:rPr kumimoji="0" lang="en-US" altLang="en-US" sz="1400" b="1" i="0" u="none" strike="noStrike" cap="none" normalizeH="0" baseline="0">
                          <a:ln>
                            <a:noFill/>
                          </a:ln>
                          <a:solidFill>
                            <a:srgbClr val="FFFFFF"/>
                          </a:solidFill>
                          <a:effectLst/>
                          <a:latin typeface="Arial Narrow" panose="020B0606020202030204" pitchFamily="34" charset="0"/>
                          <a:ea typeface="Microsoft YaHei" panose="020B0503020204020204" pitchFamily="34" charset="-122"/>
                        </a:rPr>
                        <a:t>Advantages</a:t>
                      </a:r>
                      <a:endParaRPr kumimoji="0" lang="en-US" altLang="en-US" sz="1400" b="1" i="0" u="none" strike="noStrike" cap="none" normalizeH="0" baseline="0">
                        <a:ln>
                          <a:noFill/>
                        </a:ln>
                        <a:solidFill>
                          <a:srgbClr val="FFFFFF"/>
                        </a:solidFill>
                        <a:effectLst/>
                        <a:latin typeface="Arial Narrow" panose="020B0606020202030204" pitchFamily="34" charset="0"/>
                        <a:ea typeface="Microsoft YaHei" panose="020B0503020204020204" pitchFamily="34" charset="-122"/>
                      </a:endParaRPr>
                    </a:p>
                    <a:p>
                      <a:pPr marL="0" marR="0" lvl="0" indent="0" algn="just" defTabSz="457200" rtl="0" eaLnBrk="1" fontAlgn="base" latinLnBrk="0" hangingPunct="1">
                        <a:lnSpc>
                          <a:spcPct val="92000"/>
                        </a:lnSpc>
                        <a:spcBef>
                          <a:spcPts val="25"/>
                        </a:spcBef>
                        <a:spcAft>
                          <a:spcPts val="25"/>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pPr>
                      <a:endParaRPr kumimoji="0" lang="en-US" altLang="en-US" sz="1400" b="1" i="0" u="none" strike="noStrike" cap="none" normalizeH="0" baseline="0">
                        <a:ln>
                          <a:noFill/>
                        </a:ln>
                        <a:solidFill>
                          <a:srgbClr val="FFFFFF"/>
                        </a:solidFill>
                        <a:effectLst/>
                        <a:latin typeface="Arial Narrow" panose="020B0606020202030204" pitchFamily="34" charset="0"/>
                        <a:ea typeface="Microsoft YaHei" panose="020B0503020204020204" pitchFamily="34" charset="-122"/>
                      </a:endParaRPr>
                    </a:p>
                  </a:txBody>
                  <a:tcPr marL="122024" marR="122024" marT="45718" marB="45718" horzOverflow="overflow">
                    <a:lnL w="2880" cap="flat" cmpd="sng" algn="ctr">
                      <a:solidFill>
                        <a:srgbClr val="FFFFFF"/>
                      </a:solidFill>
                      <a:prstDash val="solid"/>
                      <a:round/>
                      <a:headEnd type="none" w="med" len="med"/>
                      <a:tailEnd type="none" w="med" len="med"/>
                    </a:lnL>
                    <a:lnR w="2880" cap="flat" cmpd="sng" algn="ctr">
                      <a:solidFill>
                        <a:srgbClr val="FFFFFF"/>
                      </a:solidFill>
                      <a:prstDash val="solid"/>
                      <a:round/>
                      <a:headEnd type="none" w="med" len="med"/>
                      <a:tailEnd type="none" w="med" len="med"/>
                    </a:lnR>
                    <a:lnT w="2880" cap="flat" cmpd="sng" algn="ctr">
                      <a:solidFill>
                        <a:srgbClr val="FFFFFF"/>
                      </a:solidFill>
                      <a:prstDash val="solid"/>
                      <a:round/>
                      <a:headEnd type="none" w="med" len="med"/>
                      <a:tailEnd type="none" w="med" len="med"/>
                    </a:lnT>
                    <a:lnB w="9360" cap="flat" cmpd="sng" algn="ctr">
                      <a:solidFill>
                        <a:srgbClr val="FFFFFF"/>
                      </a:solidFill>
                      <a:prstDash val="solid"/>
                      <a:round/>
                      <a:headEnd type="none" w="med" len="med"/>
                      <a:tailEnd type="none" w="med" len="med"/>
                    </a:lnB>
                    <a:lnTlToBr>
                      <a:noFill/>
                    </a:lnTlToBr>
                    <a:lnBlToTr>
                      <a:noFill/>
                    </a:lnBlToTr>
                    <a:solidFill>
                      <a:srgbClr val="98C723"/>
                    </a:solidFill>
                  </a:tcPr>
                </a:tc>
                <a:tc>
                  <a:txBody>
                    <a:bodyPr/>
                    <a:lstStyle>
                      <a:lvl1pPr>
                        <a:lnSpc>
                          <a:spcPct val="90000"/>
                        </a:lnSpc>
                        <a:spcBef>
                          <a:spcPts val="102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2400">
                          <a:solidFill>
                            <a:srgbClr val="000000"/>
                          </a:solidFill>
                          <a:latin typeface="Calibri" panose="020F0502020204030204" pitchFamily="34" charset="0"/>
                          <a:ea typeface="Microsoft YaHei" panose="020B0503020204020204" pitchFamily="34" charset="-122"/>
                        </a:defRPr>
                      </a:lvl1pPr>
                      <a:lvl2pPr>
                        <a:lnSpc>
                          <a:spcPct val="90000"/>
                        </a:lnSpc>
                        <a:spcBef>
                          <a:spcPts val="52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2000">
                          <a:solidFill>
                            <a:srgbClr val="000000"/>
                          </a:solidFill>
                          <a:latin typeface="Calibri" panose="020F0502020204030204" pitchFamily="34" charset="0"/>
                          <a:ea typeface="Microsoft YaHei" panose="020B0503020204020204" pitchFamily="34" charset="-122"/>
                        </a:defRPr>
                      </a:lvl2pPr>
                      <a:lvl3pPr>
                        <a:lnSpc>
                          <a:spcPct val="90000"/>
                        </a:lnSpc>
                        <a:spcBef>
                          <a:spcPts val="52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a:solidFill>
                            <a:srgbClr val="000000"/>
                          </a:solidFill>
                          <a:latin typeface="Calibri" panose="020F0502020204030204" pitchFamily="34" charset="0"/>
                          <a:ea typeface="Microsoft YaHei" panose="020B0503020204020204" pitchFamily="34" charset="-122"/>
                        </a:defRPr>
                      </a:lvl3pPr>
                      <a:lvl4pPr>
                        <a:lnSpc>
                          <a:spcPct val="90000"/>
                        </a:lnSpc>
                        <a:spcBef>
                          <a:spcPts val="52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1600">
                          <a:solidFill>
                            <a:srgbClr val="000000"/>
                          </a:solidFill>
                          <a:latin typeface="Calibri" panose="020F0502020204030204" pitchFamily="34" charset="0"/>
                          <a:ea typeface="Microsoft YaHei" panose="020B0503020204020204" pitchFamily="34" charset="-122"/>
                        </a:defRPr>
                      </a:lvl4pPr>
                      <a:lvl5pPr>
                        <a:lnSpc>
                          <a:spcPct val="90000"/>
                        </a:lnSpc>
                        <a:spcBef>
                          <a:spcPts val="52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1600">
                          <a:solidFill>
                            <a:srgbClr val="000000"/>
                          </a:solidFill>
                          <a:latin typeface="Calibri" panose="020F0502020204030204" pitchFamily="34" charset="0"/>
                          <a:ea typeface="Microsoft YaHei" panose="020B0503020204020204" pitchFamily="34" charset="-122"/>
                        </a:defRPr>
                      </a:lvl5pPr>
                      <a:lvl6pPr marL="2514600" indent="-228600" defTabSz="457200" eaLnBrk="0" fontAlgn="base" hangingPunct="0">
                        <a:lnSpc>
                          <a:spcPct val="90000"/>
                        </a:lnSpc>
                        <a:spcBef>
                          <a:spcPts val="5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1600">
                          <a:solidFill>
                            <a:srgbClr val="000000"/>
                          </a:solidFill>
                          <a:latin typeface="Calibri" panose="020F0502020204030204" pitchFamily="34" charset="0"/>
                          <a:ea typeface="Microsoft YaHei" panose="020B0503020204020204" pitchFamily="34" charset="-122"/>
                        </a:defRPr>
                      </a:lvl6pPr>
                      <a:lvl7pPr marL="2971800" indent="-228600" defTabSz="457200" eaLnBrk="0" fontAlgn="base" hangingPunct="0">
                        <a:lnSpc>
                          <a:spcPct val="90000"/>
                        </a:lnSpc>
                        <a:spcBef>
                          <a:spcPts val="5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1600">
                          <a:solidFill>
                            <a:srgbClr val="000000"/>
                          </a:solidFill>
                          <a:latin typeface="Calibri" panose="020F0502020204030204" pitchFamily="34" charset="0"/>
                          <a:ea typeface="Microsoft YaHei" panose="020B0503020204020204" pitchFamily="34" charset="-122"/>
                        </a:defRPr>
                      </a:lvl7pPr>
                      <a:lvl8pPr marL="3429000" indent="-228600" defTabSz="457200" eaLnBrk="0" fontAlgn="base" hangingPunct="0">
                        <a:lnSpc>
                          <a:spcPct val="90000"/>
                        </a:lnSpc>
                        <a:spcBef>
                          <a:spcPts val="5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1600">
                          <a:solidFill>
                            <a:srgbClr val="000000"/>
                          </a:solidFill>
                          <a:latin typeface="Calibri" panose="020F0502020204030204" pitchFamily="34" charset="0"/>
                          <a:ea typeface="Microsoft YaHei" panose="020B0503020204020204" pitchFamily="34" charset="-122"/>
                        </a:defRPr>
                      </a:lvl8pPr>
                      <a:lvl9pPr marL="3886200" indent="-228600" defTabSz="457200" eaLnBrk="0" fontAlgn="base" hangingPunct="0">
                        <a:lnSpc>
                          <a:spcPct val="90000"/>
                        </a:lnSpc>
                        <a:spcBef>
                          <a:spcPts val="5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1600">
                          <a:solidFill>
                            <a:srgbClr val="000000"/>
                          </a:solidFill>
                          <a:latin typeface="Calibri" panose="020F0502020204030204" pitchFamily="34" charset="0"/>
                          <a:ea typeface="Microsoft YaHei" panose="020B0503020204020204" pitchFamily="34" charset="-122"/>
                        </a:defRPr>
                      </a:lvl9pPr>
                    </a:lstStyle>
                    <a:p>
                      <a:pPr marL="0" marR="0" lvl="0" indent="0" algn="just" defTabSz="457200" rtl="0" eaLnBrk="1" fontAlgn="base" latinLnBrk="0" hangingPunct="1">
                        <a:lnSpc>
                          <a:spcPct val="92000"/>
                        </a:lnSpc>
                        <a:spcBef>
                          <a:spcPts val="25"/>
                        </a:spcBef>
                        <a:spcAft>
                          <a:spcPts val="25"/>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pPr>
                      <a:r>
                        <a:rPr kumimoji="0" lang="en-US" altLang="en-US" sz="1400" b="1" i="0" u="none" strike="noStrike" cap="none" normalizeH="0" baseline="0">
                          <a:ln>
                            <a:noFill/>
                          </a:ln>
                          <a:solidFill>
                            <a:srgbClr val="FFFFFF"/>
                          </a:solidFill>
                          <a:effectLst/>
                          <a:latin typeface="Arial Narrow" panose="020B0606020202030204" pitchFamily="34" charset="0"/>
                          <a:ea typeface="Microsoft YaHei" panose="020B0503020204020204" pitchFamily="34" charset="-122"/>
                        </a:rPr>
                        <a:t>Limitations</a:t>
                      </a:r>
                      <a:endParaRPr kumimoji="0" lang="en-US" altLang="en-US" sz="1400" b="1" i="0" u="none" strike="noStrike" cap="none" normalizeH="0" baseline="0">
                        <a:ln>
                          <a:noFill/>
                        </a:ln>
                        <a:solidFill>
                          <a:srgbClr val="FFFFFF"/>
                        </a:solidFill>
                        <a:effectLst/>
                        <a:latin typeface="Arial Narrow" panose="020B0606020202030204" pitchFamily="34" charset="0"/>
                        <a:ea typeface="Microsoft YaHei" panose="020B0503020204020204" pitchFamily="34" charset="-122"/>
                      </a:endParaRPr>
                    </a:p>
                  </a:txBody>
                  <a:tcPr marL="122024" marR="122024" marT="45718" marB="45718" horzOverflow="overflow">
                    <a:lnL w="2880" cap="flat" cmpd="sng" algn="ctr">
                      <a:solidFill>
                        <a:srgbClr val="FFFFFF"/>
                      </a:solidFill>
                      <a:prstDash val="solid"/>
                      <a:round/>
                      <a:headEnd type="none" w="med" len="med"/>
                      <a:tailEnd type="none" w="med" len="med"/>
                    </a:lnL>
                    <a:lnR w="2880" cap="flat" cmpd="sng" algn="ctr">
                      <a:solidFill>
                        <a:srgbClr val="FFFFFF"/>
                      </a:solidFill>
                      <a:prstDash val="solid"/>
                      <a:round/>
                      <a:headEnd type="none" w="med" len="med"/>
                      <a:tailEnd type="none" w="med" len="med"/>
                    </a:lnR>
                    <a:lnT w="2880" cap="flat" cmpd="sng" algn="ctr">
                      <a:solidFill>
                        <a:srgbClr val="FFFFFF"/>
                      </a:solidFill>
                      <a:prstDash val="solid"/>
                      <a:round/>
                      <a:headEnd type="none" w="med" len="med"/>
                      <a:tailEnd type="none" w="med" len="med"/>
                    </a:lnT>
                    <a:lnB w="9360" cap="flat" cmpd="sng" algn="ctr">
                      <a:solidFill>
                        <a:srgbClr val="FFFFFF"/>
                      </a:solidFill>
                      <a:prstDash val="solid"/>
                      <a:round/>
                      <a:headEnd type="none" w="med" len="med"/>
                      <a:tailEnd type="none" w="med" len="med"/>
                    </a:lnB>
                    <a:lnTlToBr>
                      <a:noFill/>
                    </a:lnTlToBr>
                    <a:lnBlToTr>
                      <a:noFill/>
                    </a:lnBlToTr>
                    <a:solidFill>
                      <a:srgbClr val="98C723"/>
                    </a:solidFill>
                  </a:tcPr>
                </a:tc>
              </a:tr>
              <a:tr h="1751111">
                <a:tc>
                  <a:txBody>
                    <a:bodyPr/>
                    <a:lstStyle>
                      <a:lvl1pPr>
                        <a:lnSpc>
                          <a:spcPct val="90000"/>
                        </a:lnSpc>
                        <a:spcBef>
                          <a:spcPts val="102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2400">
                          <a:solidFill>
                            <a:srgbClr val="000000"/>
                          </a:solidFill>
                          <a:latin typeface="Calibri" panose="020F0502020204030204" pitchFamily="34" charset="0"/>
                          <a:ea typeface="Microsoft YaHei" panose="020B0503020204020204" pitchFamily="34" charset="-122"/>
                        </a:defRPr>
                      </a:lvl1pPr>
                      <a:lvl2pPr>
                        <a:lnSpc>
                          <a:spcPct val="90000"/>
                        </a:lnSpc>
                        <a:spcBef>
                          <a:spcPts val="52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2000">
                          <a:solidFill>
                            <a:srgbClr val="000000"/>
                          </a:solidFill>
                          <a:latin typeface="Calibri" panose="020F0502020204030204" pitchFamily="34" charset="0"/>
                          <a:ea typeface="Microsoft YaHei" panose="020B0503020204020204" pitchFamily="34" charset="-122"/>
                        </a:defRPr>
                      </a:lvl2pPr>
                      <a:lvl3pPr>
                        <a:lnSpc>
                          <a:spcPct val="90000"/>
                        </a:lnSpc>
                        <a:spcBef>
                          <a:spcPts val="52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a:solidFill>
                            <a:srgbClr val="000000"/>
                          </a:solidFill>
                          <a:latin typeface="Calibri" panose="020F0502020204030204" pitchFamily="34" charset="0"/>
                          <a:ea typeface="Microsoft YaHei" panose="020B0503020204020204" pitchFamily="34" charset="-122"/>
                        </a:defRPr>
                      </a:lvl3pPr>
                      <a:lvl4pPr>
                        <a:lnSpc>
                          <a:spcPct val="90000"/>
                        </a:lnSpc>
                        <a:spcBef>
                          <a:spcPts val="52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1600">
                          <a:solidFill>
                            <a:srgbClr val="000000"/>
                          </a:solidFill>
                          <a:latin typeface="Calibri" panose="020F0502020204030204" pitchFamily="34" charset="0"/>
                          <a:ea typeface="Microsoft YaHei" panose="020B0503020204020204" pitchFamily="34" charset="-122"/>
                        </a:defRPr>
                      </a:lvl4pPr>
                      <a:lvl5pPr>
                        <a:lnSpc>
                          <a:spcPct val="90000"/>
                        </a:lnSpc>
                        <a:spcBef>
                          <a:spcPts val="52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1600">
                          <a:solidFill>
                            <a:srgbClr val="000000"/>
                          </a:solidFill>
                          <a:latin typeface="Calibri" panose="020F0502020204030204" pitchFamily="34" charset="0"/>
                          <a:ea typeface="Microsoft YaHei" panose="020B0503020204020204" pitchFamily="34" charset="-122"/>
                        </a:defRPr>
                      </a:lvl5pPr>
                      <a:lvl6pPr marL="2514600" indent="-228600" defTabSz="457200" eaLnBrk="0" fontAlgn="base" hangingPunct="0">
                        <a:lnSpc>
                          <a:spcPct val="90000"/>
                        </a:lnSpc>
                        <a:spcBef>
                          <a:spcPts val="5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1600">
                          <a:solidFill>
                            <a:srgbClr val="000000"/>
                          </a:solidFill>
                          <a:latin typeface="Calibri" panose="020F0502020204030204" pitchFamily="34" charset="0"/>
                          <a:ea typeface="Microsoft YaHei" panose="020B0503020204020204" pitchFamily="34" charset="-122"/>
                        </a:defRPr>
                      </a:lvl6pPr>
                      <a:lvl7pPr marL="2971800" indent="-228600" defTabSz="457200" eaLnBrk="0" fontAlgn="base" hangingPunct="0">
                        <a:lnSpc>
                          <a:spcPct val="90000"/>
                        </a:lnSpc>
                        <a:spcBef>
                          <a:spcPts val="5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1600">
                          <a:solidFill>
                            <a:srgbClr val="000000"/>
                          </a:solidFill>
                          <a:latin typeface="Calibri" panose="020F0502020204030204" pitchFamily="34" charset="0"/>
                          <a:ea typeface="Microsoft YaHei" panose="020B0503020204020204" pitchFamily="34" charset="-122"/>
                        </a:defRPr>
                      </a:lvl7pPr>
                      <a:lvl8pPr marL="3429000" indent="-228600" defTabSz="457200" eaLnBrk="0" fontAlgn="base" hangingPunct="0">
                        <a:lnSpc>
                          <a:spcPct val="90000"/>
                        </a:lnSpc>
                        <a:spcBef>
                          <a:spcPts val="5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1600">
                          <a:solidFill>
                            <a:srgbClr val="000000"/>
                          </a:solidFill>
                          <a:latin typeface="Calibri" panose="020F0502020204030204" pitchFamily="34" charset="0"/>
                          <a:ea typeface="Microsoft YaHei" panose="020B0503020204020204" pitchFamily="34" charset="-122"/>
                        </a:defRPr>
                      </a:lvl8pPr>
                      <a:lvl9pPr marL="3886200" indent="-228600" defTabSz="457200" eaLnBrk="0" fontAlgn="base" hangingPunct="0">
                        <a:lnSpc>
                          <a:spcPct val="90000"/>
                        </a:lnSpc>
                        <a:spcBef>
                          <a:spcPts val="5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1600">
                          <a:solidFill>
                            <a:srgbClr val="000000"/>
                          </a:solidFill>
                          <a:latin typeface="Calibri" panose="020F0502020204030204" pitchFamily="34" charset="0"/>
                          <a:ea typeface="Microsoft YaHei" panose="020B0503020204020204" pitchFamily="34" charset="-122"/>
                        </a:defRPr>
                      </a:lvl9pPr>
                    </a:lstStyle>
                    <a:p>
                      <a:pPr marL="0" marR="0" lvl="0" indent="0" algn="just" defTabSz="457200" rtl="0" eaLnBrk="1" fontAlgn="base" latinLnBrk="0" hangingPunct="1">
                        <a:lnSpc>
                          <a:spcPct val="92000"/>
                        </a:lnSpc>
                        <a:spcBef>
                          <a:spcPts val="25"/>
                        </a:spcBef>
                        <a:spcAft>
                          <a:spcPts val="25"/>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pPr>
                      <a:r>
                        <a:rPr kumimoji="0" lang="en-US" altLang="en-US" sz="1400" b="0" i="0" u="none" strike="noStrike" cap="none" normalizeH="0" baseline="0" dirty="0">
                          <a:ln>
                            <a:noFill/>
                          </a:ln>
                          <a:solidFill>
                            <a:srgbClr val="000000"/>
                          </a:solidFill>
                          <a:effectLst/>
                          <a:latin typeface="Arial Narrow" panose="020B0606020202030204" pitchFamily="34" charset="0"/>
                          <a:ea typeface="Microsoft YaHei" panose="020B0503020204020204" pitchFamily="34" charset="-122"/>
                        </a:rPr>
                        <a:t>1</a:t>
                      </a:r>
                      <a:endParaRPr kumimoji="0" lang="en-US" altLang="en-US" sz="1400" b="0" i="0" u="none" strike="noStrike" cap="none" normalizeH="0" baseline="0" dirty="0">
                        <a:ln>
                          <a:noFill/>
                        </a:ln>
                        <a:solidFill>
                          <a:srgbClr val="000000"/>
                        </a:solidFill>
                        <a:effectLst/>
                        <a:latin typeface="Arial Narrow" panose="020B0606020202030204" pitchFamily="34" charset="0"/>
                        <a:ea typeface="Microsoft YaHei" panose="020B0503020204020204" pitchFamily="34" charset="-122"/>
                      </a:endParaRPr>
                    </a:p>
                  </a:txBody>
                  <a:tcPr marL="122024" marR="122024" marT="45718" marB="45718" horzOverflow="overflow">
                    <a:lnL w="2880" cap="flat" cmpd="sng" algn="ctr">
                      <a:solidFill>
                        <a:srgbClr val="FFFFFF"/>
                      </a:solidFill>
                      <a:prstDash val="solid"/>
                      <a:round/>
                      <a:headEnd type="none" w="med" len="med"/>
                      <a:tailEnd type="none" w="med" len="med"/>
                    </a:lnL>
                    <a:lnR w="2880" cap="flat" cmpd="sng" algn="ctr">
                      <a:solidFill>
                        <a:srgbClr val="FFFFFF"/>
                      </a:solidFill>
                      <a:prstDash val="solid"/>
                      <a:round/>
                      <a:headEnd type="none" w="med" len="med"/>
                      <a:tailEnd type="none" w="med" len="med"/>
                    </a:lnR>
                    <a:lnT w="9360" cap="flat" cmpd="sng" algn="ctr">
                      <a:solidFill>
                        <a:srgbClr val="FFFFFF"/>
                      </a:solidFill>
                      <a:prstDash val="solid"/>
                      <a:round/>
                      <a:headEnd type="none" w="med" len="med"/>
                      <a:tailEnd type="none" w="med" len="med"/>
                    </a:lnT>
                    <a:lnB w="2880" cap="flat" cmpd="sng" algn="ctr">
                      <a:solidFill>
                        <a:srgbClr val="FFFFFF"/>
                      </a:solidFill>
                      <a:prstDash val="solid"/>
                      <a:round/>
                      <a:headEnd type="none" w="med" len="med"/>
                      <a:tailEnd type="none" w="med" len="med"/>
                    </a:lnB>
                    <a:lnTlToBr>
                      <a:noFill/>
                    </a:lnTlToBr>
                    <a:lnBlToTr>
                      <a:noFill/>
                    </a:lnBlToTr>
                    <a:solidFill>
                      <a:srgbClr val="DDEBCC"/>
                    </a:solidFill>
                  </a:tcPr>
                </a:tc>
                <a:tc>
                  <a:txBody>
                    <a:bodyPr/>
                    <a:lstStyle/>
                    <a:p>
                      <a:pPr algn="just"/>
                      <a:r>
                        <a:rPr lang="en-GB" sz="2000" b="0" dirty="0" err="1"/>
                        <a:t>Hayson</a:t>
                      </a:r>
                      <a:r>
                        <a:rPr lang="en-GB" sz="2000" b="0" dirty="0"/>
                        <a:t> K. S. Tse, K. P. Chow, The next generation for the forensic extraction of electronic evidence from mobile telephones.</a:t>
                      </a:r>
                      <a:endParaRPr lang="en-GB" sz="2000" b="0" dirty="0"/>
                    </a:p>
                  </a:txBody>
                  <a:tcPr marL="91428" marR="91428" marT="45714" marB="45714" anchor="ctr">
                    <a:lnL w="2880" cap="flat" cmpd="sng" algn="ctr">
                      <a:solidFill>
                        <a:srgbClr val="FFFFFF"/>
                      </a:solidFill>
                      <a:prstDash val="solid"/>
                      <a:round/>
                      <a:headEnd type="none" w="med" len="med"/>
                      <a:tailEnd type="none" w="med" len="med"/>
                    </a:lnL>
                    <a:lnR w="2880" cap="flat" cmpd="sng" algn="ctr">
                      <a:solidFill>
                        <a:srgbClr val="FFFFFF"/>
                      </a:solidFill>
                      <a:prstDash val="solid"/>
                      <a:round/>
                      <a:headEnd type="none" w="med" len="med"/>
                      <a:tailEnd type="none" w="med" len="med"/>
                    </a:lnR>
                    <a:lnT w="2880" cap="flat" cmpd="sng" algn="ctr">
                      <a:solidFill>
                        <a:srgbClr val="FFFFFF"/>
                      </a:solidFill>
                      <a:prstDash val="solid"/>
                      <a:round/>
                      <a:headEnd type="none" w="med" len="med"/>
                      <a:tailEnd type="none" w="med" len="med"/>
                    </a:lnT>
                    <a:lnB w="2880" cap="flat" cmpd="sng" algn="ctr">
                      <a:solidFill>
                        <a:srgbClr val="FFFFFF"/>
                      </a:solidFill>
                      <a:prstDash val="solid"/>
                      <a:round/>
                      <a:headEnd type="none" w="med" len="med"/>
                      <a:tailEnd type="none" w="med" len="med"/>
                    </a:lnB>
                    <a:lnTlToBr>
                      <a:noFill/>
                    </a:lnTlToBr>
                    <a:lnBlToTr>
                      <a:noFill/>
                    </a:lnBlToTr>
                    <a:solidFill>
                      <a:srgbClr val="DDEBCC"/>
                    </a:solidFill>
                  </a:tcPr>
                </a:tc>
                <a:tc>
                  <a:txBody>
                    <a:bodyPr/>
                    <a:lstStyle>
                      <a:lvl1pPr>
                        <a:lnSpc>
                          <a:spcPct val="90000"/>
                        </a:lnSpc>
                        <a:spcBef>
                          <a:spcPts val="102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2400">
                          <a:solidFill>
                            <a:srgbClr val="000000"/>
                          </a:solidFill>
                          <a:latin typeface="Calibri" panose="020F0502020204030204" pitchFamily="34" charset="0"/>
                          <a:ea typeface="Microsoft YaHei" panose="020B0503020204020204" pitchFamily="34" charset="-122"/>
                        </a:defRPr>
                      </a:lvl1pPr>
                      <a:lvl2pPr>
                        <a:lnSpc>
                          <a:spcPct val="90000"/>
                        </a:lnSpc>
                        <a:spcBef>
                          <a:spcPts val="52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2000">
                          <a:solidFill>
                            <a:srgbClr val="000000"/>
                          </a:solidFill>
                          <a:latin typeface="Calibri" panose="020F0502020204030204" pitchFamily="34" charset="0"/>
                          <a:ea typeface="Microsoft YaHei" panose="020B0503020204020204" pitchFamily="34" charset="-122"/>
                        </a:defRPr>
                      </a:lvl2pPr>
                      <a:lvl3pPr>
                        <a:lnSpc>
                          <a:spcPct val="90000"/>
                        </a:lnSpc>
                        <a:spcBef>
                          <a:spcPts val="52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a:solidFill>
                            <a:srgbClr val="000000"/>
                          </a:solidFill>
                          <a:latin typeface="Calibri" panose="020F0502020204030204" pitchFamily="34" charset="0"/>
                          <a:ea typeface="Microsoft YaHei" panose="020B0503020204020204" pitchFamily="34" charset="-122"/>
                        </a:defRPr>
                      </a:lvl3pPr>
                      <a:lvl4pPr>
                        <a:lnSpc>
                          <a:spcPct val="90000"/>
                        </a:lnSpc>
                        <a:spcBef>
                          <a:spcPts val="52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1600">
                          <a:solidFill>
                            <a:srgbClr val="000000"/>
                          </a:solidFill>
                          <a:latin typeface="Calibri" panose="020F0502020204030204" pitchFamily="34" charset="0"/>
                          <a:ea typeface="Microsoft YaHei" panose="020B0503020204020204" pitchFamily="34" charset="-122"/>
                        </a:defRPr>
                      </a:lvl4pPr>
                      <a:lvl5pPr>
                        <a:lnSpc>
                          <a:spcPct val="90000"/>
                        </a:lnSpc>
                        <a:spcBef>
                          <a:spcPts val="52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1600">
                          <a:solidFill>
                            <a:srgbClr val="000000"/>
                          </a:solidFill>
                          <a:latin typeface="Calibri" panose="020F0502020204030204" pitchFamily="34" charset="0"/>
                          <a:ea typeface="Microsoft YaHei" panose="020B0503020204020204" pitchFamily="34" charset="-122"/>
                        </a:defRPr>
                      </a:lvl5pPr>
                      <a:lvl6pPr marL="2514600" indent="-228600" defTabSz="457200" eaLnBrk="0" fontAlgn="base" hangingPunct="0">
                        <a:lnSpc>
                          <a:spcPct val="90000"/>
                        </a:lnSpc>
                        <a:spcBef>
                          <a:spcPts val="5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1600">
                          <a:solidFill>
                            <a:srgbClr val="000000"/>
                          </a:solidFill>
                          <a:latin typeface="Calibri" panose="020F0502020204030204" pitchFamily="34" charset="0"/>
                          <a:ea typeface="Microsoft YaHei" panose="020B0503020204020204" pitchFamily="34" charset="-122"/>
                        </a:defRPr>
                      </a:lvl6pPr>
                      <a:lvl7pPr marL="2971800" indent="-228600" defTabSz="457200" eaLnBrk="0" fontAlgn="base" hangingPunct="0">
                        <a:lnSpc>
                          <a:spcPct val="90000"/>
                        </a:lnSpc>
                        <a:spcBef>
                          <a:spcPts val="5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1600">
                          <a:solidFill>
                            <a:srgbClr val="000000"/>
                          </a:solidFill>
                          <a:latin typeface="Calibri" panose="020F0502020204030204" pitchFamily="34" charset="0"/>
                          <a:ea typeface="Microsoft YaHei" panose="020B0503020204020204" pitchFamily="34" charset="-122"/>
                        </a:defRPr>
                      </a:lvl7pPr>
                      <a:lvl8pPr marL="3429000" indent="-228600" defTabSz="457200" eaLnBrk="0" fontAlgn="base" hangingPunct="0">
                        <a:lnSpc>
                          <a:spcPct val="90000"/>
                        </a:lnSpc>
                        <a:spcBef>
                          <a:spcPts val="5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1600">
                          <a:solidFill>
                            <a:srgbClr val="000000"/>
                          </a:solidFill>
                          <a:latin typeface="Calibri" panose="020F0502020204030204" pitchFamily="34" charset="0"/>
                          <a:ea typeface="Microsoft YaHei" panose="020B0503020204020204" pitchFamily="34" charset="-122"/>
                        </a:defRPr>
                      </a:lvl8pPr>
                      <a:lvl9pPr marL="3886200" indent="-228600" defTabSz="457200" eaLnBrk="0" fontAlgn="base" hangingPunct="0">
                        <a:lnSpc>
                          <a:spcPct val="90000"/>
                        </a:lnSpc>
                        <a:spcBef>
                          <a:spcPts val="5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1600">
                          <a:solidFill>
                            <a:srgbClr val="000000"/>
                          </a:solidFill>
                          <a:latin typeface="Calibri" panose="020F0502020204030204" pitchFamily="34" charset="0"/>
                          <a:ea typeface="Microsoft YaHei" panose="020B0503020204020204" pitchFamily="34" charset="-122"/>
                        </a:defRPr>
                      </a:lvl9pPr>
                    </a:lstStyle>
                    <a:p>
                      <a:pPr marL="0" marR="0" lvl="0" indent="0" algn="just" defTabSz="457200" rtl="0" eaLnBrk="1" fontAlgn="base" latinLnBrk="0" hangingPunct="1">
                        <a:lnSpc>
                          <a:spcPct val="92000"/>
                        </a:lnSpc>
                        <a:spcBef>
                          <a:spcPts val="1200"/>
                        </a:spcBef>
                        <a:spcAft>
                          <a:spcPts val="1000"/>
                        </a:spcAft>
                        <a:buClr>
                          <a:srgbClr val="000000"/>
                        </a:buClr>
                        <a:buSzPct val="100000"/>
                        <a:buFont typeface="Times New Roman" panose="02020603050405020304"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pPr>
                      <a:r>
                        <a:rPr lang="en-GB" sz="2000" dirty="0"/>
                        <a:t>Compliance with scientific and legal standards for evidence extraction.</a:t>
                      </a:r>
                      <a:endParaRPr kumimoji="0" lang="en-IN" altLang="en-US" sz="2000" b="0" i="0" u="none" strike="noStrike" cap="none" normalizeH="0" baseline="0" dirty="0">
                        <a:ln>
                          <a:noFill/>
                        </a:ln>
                        <a:solidFill>
                          <a:srgbClr val="000000"/>
                        </a:solidFill>
                        <a:effectLst/>
                        <a:latin typeface="Arial Narrow" panose="020B0606020202030204" pitchFamily="34" charset="0"/>
                        <a:ea typeface="Microsoft YaHei" panose="020B0503020204020204" pitchFamily="34" charset="-122"/>
                      </a:endParaRPr>
                    </a:p>
                  </a:txBody>
                  <a:tcPr marL="122024" marR="122024" marT="45718" marB="45718" horzOverflow="overflow">
                    <a:lnL w="2880" cap="flat" cmpd="sng" algn="ctr">
                      <a:solidFill>
                        <a:srgbClr val="FFFFFF"/>
                      </a:solidFill>
                      <a:prstDash val="solid"/>
                      <a:round/>
                      <a:headEnd type="none" w="med" len="med"/>
                      <a:tailEnd type="none" w="med" len="med"/>
                    </a:lnL>
                    <a:lnR w="2880" cap="flat" cmpd="sng" algn="ctr">
                      <a:solidFill>
                        <a:srgbClr val="FFFFFF"/>
                      </a:solidFill>
                      <a:prstDash val="solid"/>
                      <a:round/>
                      <a:headEnd type="none" w="med" len="med"/>
                      <a:tailEnd type="none" w="med" len="med"/>
                    </a:lnR>
                    <a:lnT w="2880" cap="flat" cmpd="sng" algn="ctr">
                      <a:solidFill>
                        <a:srgbClr val="FFFFFF"/>
                      </a:solidFill>
                      <a:prstDash val="solid"/>
                      <a:round/>
                      <a:headEnd type="none" w="med" len="med"/>
                      <a:tailEnd type="none" w="med" len="med"/>
                    </a:lnT>
                    <a:lnB w="2880" cap="flat" cmpd="sng" algn="ctr">
                      <a:solidFill>
                        <a:srgbClr val="FFFFFF"/>
                      </a:solidFill>
                      <a:prstDash val="solid"/>
                      <a:round/>
                      <a:headEnd type="none" w="med" len="med"/>
                      <a:tailEnd type="none" w="med" len="med"/>
                    </a:lnB>
                    <a:lnTlToBr>
                      <a:noFill/>
                    </a:lnTlToBr>
                    <a:lnBlToTr>
                      <a:noFill/>
                    </a:lnBlToTr>
                    <a:solidFill>
                      <a:srgbClr val="DDEBCC"/>
                    </a:solidFill>
                  </a:tcPr>
                </a:tc>
                <a:tc>
                  <a:txBody>
                    <a:bodyPr/>
                    <a:lstStyle>
                      <a:lvl1pPr>
                        <a:lnSpc>
                          <a:spcPct val="90000"/>
                        </a:lnSpc>
                        <a:spcBef>
                          <a:spcPts val="102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2400">
                          <a:solidFill>
                            <a:srgbClr val="000000"/>
                          </a:solidFill>
                          <a:latin typeface="Calibri" panose="020F0502020204030204" pitchFamily="34" charset="0"/>
                          <a:ea typeface="Microsoft YaHei" panose="020B0503020204020204" pitchFamily="34" charset="-122"/>
                        </a:defRPr>
                      </a:lvl1pPr>
                      <a:lvl2pPr>
                        <a:lnSpc>
                          <a:spcPct val="90000"/>
                        </a:lnSpc>
                        <a:spcBef>
                          <a:spcPts val="52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2000">
                          <a:solidFill>
                            <a:srgbClr val="000000"/>
                          </a:solidFill>
                          <a:latin typeface="Calibri" panose="020F0502020204030204" pitchFamily="34" charset="0"/>
                          <a:ea typeface="Microsoft YaHei" panose="020B0503020204020204" pitchFamily="34" charset="-122"/>
                        </a:defRPr>
                      </a:lvl2pPr>
                      <a:lvl3pPr>
                        <a:lnSpc>
                          <a:spcPct val="90000"/>
                        </a:lnSpc>
                        <a:spcBef>
                          <a:spcPts val="52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a:solidFill>
                            <a:srgbClr val="000000"/>
                          </a:solidFill>
                          <a:latin typeface="Calibri" panose="020F0502020204030204" pitchFamily="34" charset="0"/>
                          <a:ea typeface="Microsoft YaHei" panose="020B0503020204020204" pitchFamily="34" charset="-122"/>
                        </a:defRPr>
                      </a:lvl3pPr>
                      <a:lvl4pPr>
                        <a:lnSpc>
                          <a:spcPct val="90000"/>
                        </a:lnSpc>
                        <a:spcBef>
                          <a:spcPts val="52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1600">
                          <a:solidFill>
                            <a:srgbClr val="000000"/>
                          </a:solidFill>
                          <a:latin typeface="Calibri" panose="020F0502020204030204" pitchFamily="34" charset="0"/>
                          <a:ea typeface="Microsoft YaHei" panose="020B0503020204020204" pitchFamily="34" charset="-122"/>
                        </a:defRPr>
                      </a:lvl4pPr>
                      <a:lvl5pPr>
                        <a:lnSpc>
                          <a:spcPct val="90000"/>
                        </a:lnSpc>
                        <a:spcBef>
                          <a:spcPts val="52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1600">
                          <a:solidFill>
                            <a:srgbClr val="000000"/>
                          </a:solidFill>
                          <a:latin typeface="Calibri" panose="020F0502020204030204" pitchFamily="34" charset="0"/>
                          <a:ea typeface="Microsoft YaHei" panose="020B0503020204020204" pitchFamily="34" charset="-122"/>
                        </a:defRPr>
                      </a:lvl5pPr>
                      <a:lvl6pPr marL="2514600" indent="-228600" defTabSz="457200" eaLnBrk="0" fontAlgn="base" hangingPunct="0">
                        <a:lnSpc>
                          <a:spcPct val="90000"/>
                        </a:lnSpc>
                        <a:spcBef>
                          <a:spcPts val="5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1600">
                          <a:solidFill>
                            <a:srgbClr val="000000"/>
                          </a:solidFill>
                          <a:latin typeface="Calibri" panose="020F0502020204030204" pitchFamily="34" charset="0"/>
                          <a:ea typeface="Microsoft YaHei" panose="020B0503020204020204" pitchFamily="34" charset="-122"/>
                        </a:defRPr>
                      </a:lvl6pPr>
                      <a:lvl7pPr marL="2971800" indent="-228600" defTabSz="457200" eaLnBrk="0" fontAlgn="base" hangingPunct="0">
                        <a:lnSpc>
                          <a:spcPct val="90000"/>
                        </a:lnSpc>
                        <a:spcBef>
                          <a:spcPts val="5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1600">
                          <a:solidFill>
                            <a:srgbClr val="000000"/>
                          </a:solidFill>
                          <a:latin typeface="Calibri" panose="020F0502020204030204" pitchFamily="34" charset="0"/>
                          <a:ea typeface="Microsoft YaHei" panose="020B0503020204020204" pitchFamily="34" charset="-122"/>
                        </a:defRPr>
                      </a:lvl7pPr>
                      <a:lvl8pPr marL="3429000" indent="-228600" defTabSz="457200" eaLnBrk="0" fontAlgn="base" hangingPunct="0">
                        <a:lnSpc>
                          <a:spcPct val="90000"/>
                        </a:lnSpc>
                        <a:spcBef>
                          <a:spcPts val="5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1600">
                          <a:solidFill>
                            <a:srgbClr val="000000"/>
                          </a:solidFill>
                          <a:latin typeface="Calibri" panose="020F0502020204030204" pitchFamily="34" charset="0"/>
                          <a:ea typeface="Microsoft YaHei" panose="020B0503020204020204" pitchFamily="34" charset="-122"/>
                        </a:defRPr>
                      </a:lvl8pPr>
                      <a:lvl9pPr marL="3886200" indent="-228600" defTabSz="457200" eaLnBrk="0" fontAlgn="base" hangingPunct="0">
                        <a:lnSpc>
                          <a:spcPct val="90000"/>
                        </a:lnSpc>
                        <a:spcBef>
                          <a:spcPts val="5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1600">
                          <a:solidFill>
                            <a:srgbClr val="000000"/>
                          </a:solidFill>
                          <a:latin typeface="Calibri" panose="020F0502020204030204" pitchFamily="34" charset="0"/>
                          <a:ea typeface="Microsoft YaHei" panose="020B0503020204020204" pitchFamily="34" charset="-122"/>
                        </a:defRPr>
                      </a:lvl9pPr>
                    </a:lstStyle>
                    <a:p>
                      <a:pPr marL="0" marR="0" lvl="0" indent="0" algn="just" defTabSz="457200" rtl="0" eaLnBrk="1" fontAlgn="base" latinLnBrk="0" hangingPunct="1">
                        <a:lnSpc>
                          <a:spcPct val="92000"/>
                        </a:lnSpc>
                        <a:spcBef>
                          <a:spcPts val="25"/>
                        </a:spcBef>
                        <a:spcAft>
                          <a:spcPts val="25"/>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pPr>
                      <a:r>
                        <a:rPr lang="en-GB" sz="2000" dirty="0"/>
                        <a:t>Provides scientifically validated and accurate evidence for court usage, advancing mobile forensics as a rigorous science.</a:t>
                      </a:r>
                      <a:endParaRPr kumimoji="0" lang="en-US" altLang="en-US" sz="2000" b="0" i="0" u="none" strike="noStrike" cap="none" normalizeH="0" baseline="0" dirty="0">
                        <a:ln>
                          <a:noFill/>
                        </a:ln>
                        <a:solidFill>
                          <a:srgbClr val="000000"/>
                        </a:solidFill>
                        <a:effectLst/>
                        <a:latin typeface="Arial Narrow" panose="020B0606020202030204" pitchFamily="34" charset="0"/>
                        <a:ea typeface="Microsoft YaHei" panose="020B0503020204020204" pitchFamily="34" charset="-122"/>
                      </a:endParaRPr>
                    </a:p>
                  </a:txBody>
                  <a:tcPr marL="122024" marR="122024" marT="45718" marB="45718" horzOverflow="overflow">
                    <a:lnL w="2880" cap="flat" cmpd="sng" algn="ctr">
                      <a:solidFill>
                        <a:srgbClr val="FFFFFF"/>
                      </a:solidFill>
                      <a:prstDash val="solid"/>
                      <a:round/>
                      <a:headEnd type="none" w="med" len="med"/>
                      <a:tailEnd type="none" w="med" len="med"/>
                    </a:lnL>
                    <a:lnR w="2880" cap="flat" cmpd="sng" algn="ctr">
                      <a:solidFill>
                        <a:srgbClr val="FFFFFF"/>
                      </a:solidFill>
                      <a:prstDash val="solid"/>
                      <a:round/>
                      <a:headEnd type="none" w="med" len="med"/>
                      <a:tailEnd type="none" w="med" len="med"/>
                    </a:lnR>
                    <a:lnT w="2880" cap="flat" cmpd="sng" algn="ctr">
                      <a:solidFill>
                        <a:srgbClr val="FFFFFF"/>
                      </a:solidFill>
                      <a:prstDash val="solid"/>
                      <a:round/>
                      <a:headEnd type="none" w="med" len="med"/>
                      <a:tailEnd type="none" w="med" len="med"/>
                    </a:lnT>
                    <a:lnB w="2880" cap="flat" cmpd="sng" algn="ctr">
                      <a:solidFill>
                        <a:srgbClr val="FFFFFF"/>
                      </a:solidFill>
                      <a:prstDash val="solid"/>
                      <a:round/>
                      <a:headEnd type="none" w="med" len="med"/>
                      <a:tailEnd type="none" w="med" len="med"/>
                    </a:lnB>
                    <a:lnTlToBr>
                      <a:noFill/>
                    </a:lnTlToBr>
                    <a:lnBlToTr>
                      <a:noFill/>
                    </a:lnBlToTr>
                    <a:solidFill>
                      <a:srgbClr val="DDEBCC"/>
                    </a:solidFill>
                  </a:tcPr>
                </a:tc>
                <a:tc>
                  <a:txBody>
                    <a:bodyPr/>
                    <a:lstStyle>
                      <a:lvl1pPr>
                        <a:lnSpc>
                          <a:spcPct val="90000"/>
                        </a:lnSpc>
                        <a:spcBef>
                          <a:spcPts val="102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2400">
                          <a:solidFill>
                            <a:srgbClr val="000000"/>
                          </a:solidFill>
                          <a:latin typeface="Calibri" panose="020F0502020204030204" pitchFamily="34" charset="0"/>
                          <a:ea typeface="Microsoft YaHei" panose="020B0503020204020204" pitchFamily="34" charset="-122"/>
                        </a:defRPr>
                      </a:lvl1pPr>
                      <a:lvl2pPr>
                        <a:lnSpc>
                          <a:spcPct val="90000"/>
                        </a:lnSpc>
                        <a:spcBef>
                          <a:spcPts val="52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2000">
                          <a:solidFill>
                            <a:srgbClr val="000000"/>
                          </a:solidFill>
                          <a:latin typeface="Calibri" panose="020F0502020204030204" pitchFamily="34" charset="0"/>
                          <a:ea typeface="Microsoft YaHei" panose="020B0503020204020204" pitchFamily="34" charset="-122"/>
                        </a:defRPr>
                      </a:lvl2pPr>
                      <a:lvl3pPr>
                        <a:lnSpc>
                          <a:spcPct val="90000"/>
                        </a:lnSpc>
                        <a:spcBef>
                          <a:spcPts val="52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a:solidFill>
                            <a:srgbClr val="000000"/>
                          </a:solidFill>
                          <a:latin typeface="Calibri" panose="020F0502020204030204" pitchFamily="34" charset="0"/>
                          <a:ea typeface="Microsoft YaHei" panose="020B0503020204020204" pitchFamily="34" charset="-122"/>
                        </a:defRPr>
                      </a:lvl3pPr>
                      <a:lvl4pPr>
                        <a:lnSpc>
                          <a:spcPct val="90000"/>
                        </a:lnSpc>
                        <a:spcBef>
                          <a:spcPts val="52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1600">
                          <a:solidFill>
                            <a:srgbClr val="000000"/>
                          </a:solidFill>
                          <a:latin typeface="Calibri" panose="020F0502020204030204" pitchFamily="34" charset="0"/>
                          <a:ea typeface="Microsoft YaHei" panose="020B0503020204020204" pitchFamily="34" charset="-122"/>
                        </a:defRPr>
                      </a:lvl4pPr>
                      <a:lvl5pPr>
                        <a:lnSpc>
                          <a:spcPct val="90000"/>
                        </a:lnSpc>
                        <a:spcBef>
                          <a:spcPts val="52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1600">
                          <a:solidFill>
                            <a:srgbClr val="000000"/>
                          </a:solidFill>
                          <a:latin typeface="Calibri" panose="020F0502020204030204" pitchFamily="34" charset="0"/>
                          <a:ea typeface="Microsoft YaHei" panose="020B0503020204020204" pitchFamily="34" charset="-122"/>
                        </a:defRPr>
                      </a:lvl5pPr>
                      <a:lvl6pPr marL="2514600" indent="-228600" defTabSz="457200" eaLnBrk="0" fontAlgn="base" hangingPunct="0">
                        <a:lnSpc>
                          <a:spcPct val="90000"/>
                        </a:lnSpc>
                        <a:spcBef>
                          <a:spcPts val="5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1600">
                          <a:solidFill>
                            <a:srgbClr val="000000"/>
                          </a:solidFill>
                          <a:latin typeface="Calibri" panose="020F0502020204030204" pitchFamily="34" charset="0"/>
                          <a:ea typeface="Microsoft YaHei" panose="020B0503020204020204" pitchFamily="34" charset="-122"/>
                        </a:defRPr>
                      </a:lvl6pPr>
                      <a:lvl7pPr marL="2971800" indent="-228600" defTabSz="457200" eaLnBrk="0" fontAlgn="base" hangingPunct="0">
                        <a:lnSpc>
                          <a:spcPct val="90000"/>
                        </a:lnSpc>
                        <a:spcBef>
                          <a:spcPts val="5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1600">
                          <a:solidFill>
                            <a:srgbClr val="000000"/>
                          </a:solidFill>
                          <a:latin typeface="Calibri" panose="020F0502020204030204" pitchFamily="34" charset="0"/>
                          <a:ea typeface="Microsoft YaHei" panose="020B0503020204020204" pitchFamily="34" charset="-122"/>
                        </a:defRPr>
                      </a:lvl7pPr>
                      <a:lvl8pPr marL="3429000" indent="-228600" defTabSz="457200" eaLnBrk="0" fontAlgn="base" hangingPunct="0">
                        <a:lnSpc>
                          <a:spcPct val="90000"/>
                        </a:lnSpc>
                        <a:spcBef>
                          <a:spcPts val="5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1600">
                          <a:solidFill>
                            <a:srgbClr val="000000"/>
                          </a:solidFill>
                          <a:latin typeface="Calibri" panose="020F0502020204030204" pitchFamily="34" charset="0"/>
                          <a:ea typeface="Microsoft YaHei" panose="020B0503020204020204" pitchFamily="34" charset="-122"/>
                        </a:defRPr>
                      </a:lvl8pPr>
                      <a:lvl9pPr marL="3886200" indent="-228600" defTabSz="457200" eaLnBrk="0" fontAlgn="base" hangingPunct="0">
                        <a:lnSpc>
                          <a:spcPct val="90000"/>
                        </a:lnSpc>
                        <a:spcBef>
                          <a:spcPts val="5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1600">
                          <a:solidFill>
                            <a:srgbClr val="000000"/>
                          </a:solidFill>
                          <a:latin typeface="Calibri" panose="020F0502020204030204" pitchFamily="34" charset="0"/>
                          <a:ea typeface="Microsoft YaHei" panose="020B0503020204020204" pitchFamily="34" charset="-122"/>
                        </a:defRPr>
                      </a:lvl9pPr>
                    </a:lstStyle>
                    <a:p>
                      <a:pPr marL="0" marR="0" lvl="0" indent="0" algn="l" defTabSz="457200" rtl="0" eaLnBrk="1" fontAlgn="base" latinLnBrk="0" hangingPunct="1">
                        <a:lnSpc>
                          <a:spcPct val="92000"/>
                        </a:lnSpc>
                        <a:spcBef>
                          <a:spcPts val="25"/>
                        </a:spcBef>
                        <a:spcAft>
                          <a:spcPts val="25"/>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pPr>
                      <a:r>
                        <a:rPr lang="en-GB" sz="2000" dirty="0"/>
                        <a:t>Requires adherence to complex international standards for validation.</a:t>
                      </a:r>
                      <a:endParaRPr kumimoji="0" lang="en-US" altLang="en-US" sz="2000" b="0" i="0" u="none" strike="noStrike" cap="none" normalizeH="0" baseline="0" dirty="0">
                        <a:ln>
                          <a:noFill/>
                        </a:ln>
                        <a:solidFill>
                          <a:srgbClr val="000000"/>
                        </a:solidFill>
                        <a:effectLst/>
                        <a:latin typeface="Arial Narrow" panose="020B0606020202030204" pitchFamily="34" charset="0"/>
                        <a:ea typeface="Microsoft YaHei" panose="020B0503020204020204" pitchFamily="34" charset="-122"/>
                      </a:endParaRPr>
                    </a:p>
                  </a:txBody>
                  <a:tcPr marL="122024" marR="122024" marT="45718" marB="45718" horzOverflow="overflow">
                    <a:lnL w="2880" cap="flat" cmpd="sng" algn="ctr">
                      <a:solidFill>
                        <a:srgbClr val="FFFFFF"/>
                      </a:solidFill>
                      <a:prstDash val="solid"/>
                      <a:round/>
                      <a:headEnd type="none" w="med" len="med"/>
                      <a:tailEnd type="none" w="med" len="med"/>
                    </a:lnL>
                    <a:lnR w="2880" cap="flat" cmpd="sng" algn="ctr">
                      <a:solidFill>
                        <a:srgbClr val="FFFFFF"/>
                      </a:solidFill>
                      <a:prstDash val="solid"/>
                      <a:round/>
                      <a:headEnd type="none" w="med" len="med"/>
                      <a:tailEnd type="none" w="med" len="med"/>
                    </a:lnR>
                    <a:lnT w="9360" cap="flat" cmpd="sng" algn="ctr">
                      <a:solidFill>
                        <a:srgbClr val="FFFFFF"/>
                      </a:solidFill>
                      <a:prstDash val="solid"/>
                      <a:round/>
                      <a:headEnd type="none" w="med" len="med"/>
                      <a:tailEnd type="none" w="med" len="med"/>
                    </a:lnT>
                    <a:lnB w="2880" cap="flat" cmpd="sng" algn="ctr">
                      <a:solidFill>
                        <a:srgbClr val="FFFFFF"/>
                      </a:solidFill>
                      <a:prstDash val="solid"/>
                      <a:round/>
                      <a:headEnd type="none" w="med" len="med"/>
                      <a:tailEnd type="none" w="med" len="med"/>
                    </a:lnB>
                    <a:lnTlToBr>
                      <a:noFill/>
                    </a:lnTlToBr>
                    <a:lnBlToTr>
                      <a:noFill/>
                    </a:lnBlToTr>
                    <a:solidFill>
                      <a:srgbClr val="DDEBCC"/>
                    </a:solidFill>
                  </a:tcPr>
                </a:tc>
              </a:tr>
              <a:tr h="1589401">
                <a:tc>
                  <a:txBody>
                    <a:bodyPr/>
                    <a:lstStyle>
                      <a:lvl1pPr>
                        <a:lnSpc>
                          <a:spcPct val="90000"/>
                        </a:lnSpc>
                        <a:spcBef>
                          <a:spcPts val="102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2400">
                          <a:solidFill>
                            <a:srgbClr val="000000"/>
                          </a:solidFill>
                          <a:latin typeface="Calibri" panose="020F0502020204030204" pitchFamily="34" charset="0"/>
                          <a:ea typeface="Microsoft YaHei" panose="020B0503020204020204" pitchFamily="34" charset="-122"/>
                        </a:defRPr>
                      </a:lvl1pPr>
                      <a:lvl2pPr>
                        <a:lnSpc>
                          <a:spcPct val="90000"/>
                        </a:lnSpc>
                        <a:spcBef>
                          <a:spcPts val="52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2000">
                          <a:solidFill>
                            <a:srgbClr val="000000"/>
                          </a:solidFill>
                          <a:latin typeface="Calibri" panose="020F0502020204030204" pitchFamily="34" charset="0"/>
                          <a:ea typeface="Microsoft YaHei" panose="020B0503020204020204" pitchFamily="34" charset="-122"/>
                        </a:defRPr>
                      </a:lvl2pPr>
                      <a:lvl3pPr>
                        <a:lnSpc>
                          <a:spcPct val="90000"/>
                        </a:lnSpc>
                        <a:spcBef>
                          <a:spcPts val="52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a:solidFill>
                            <a:srgbClr val="000000"/>
                          </a:solidFill>
                          <a:latin typeface="Calibri" panose="020F0502020204030204" pitchFamily="34" charset="0"/>
                          <a:ea typeface="Microsoft YaHei" panose="020B0503020204020204" pitchFamily="34" charset="-122"/>
                        </a:defRPr>
                      </a:lvl3pPr>
                      <a:lvl4pPr>
                        <a:lnSpc>
                          <a:spcPct val="90000"/>
                        </a:lnSpc>
                        <a:spcBef>
                          <a:spcPts val="52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1600">
                          <a:solidFill>
                            <a:srgbClr val="000000"/>
                          </a:solidFill>
                          <a:latin typeface="Calibri" panose="020F0502020204030204" pitchFamily="34" charset="0"/>
                          <a:ea typeface="Microsoft YaHei" panose="020B0503020204020204" pitchFamily="34" charset="-122"/>
                        </a:defRPr>
                      </a:lvl4pPr>
                      <a:lvl5pPr>
                        <a:lnSpc>
                          <a:spcPct val="90000"/>
                        </a:lnSpc>
                        <a:spcBef>
                          <a:spcPts val="52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1600">
                          <a:solidFill>
                            <a:srgbClr val="000000"/>
                          </a:solidFill>
                          <a:latin typeface="Calibri" panose="020F0502020204030204" pitchFamily="34" charset="0"/>
                          <a:ea typeface="Microsoft YaHei" panose="020B0503020204020204" pitchFamily="34" charset="-122"/>
                        </a:defRPr>
                      </a:lvl5pPr>
                      <a:lvl6pPr marL="2514600" indent="-228600" defTabSz="457200" eaLnBrk="0" fontAlgn="base" hangingPunct="0">
                        <a:lnSpc>
                          <a:spcPct val="90000"/>
                        </a:lnSpc>
                        <a:spcBef>
                          <a:spcPts val="5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1600">
                          <a:solidFill>
                            <a:srgbClr val="000000"/>
                          </a:solidFill>
                          <a:latin typeface="Calibri" panose="020F0502020204030204" pitchFamily="34" charset="0"/>
                          <a:ea typeface="Microsoft YaHei" panose="020B0503020204020204" pitchFamily="34" charset="-122"/>
                        </a:defRPr>
                      </a:lvl6pPr>
                      <a:lvl7pPr marL="2971800" indent="-228600" defTabSz="457200" eaLnBrk="0" fontAlgn="base" hangingPunct="0">
                        <a:lnSpc>
                          <a:spcPct val="90000"/>
                        </a:lnSpc>
                        <a:spcBef>
                          <a:spcPts val="5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1600">
                          <a:solidFill>
                            <a:srgbClr val="000000"/>
                          </a:solidFill>
                          <a:latin typeface="Calibri" panose="020F0502020204030204" pitchFamily="34" charset="0"/>
                          <a:ea typeface="Microsoft YaHei" panose="020B0503020204020204" pitchFamily="34" charset="-122"/>
                        </a:defRPr>
                      </a:lvl7pPr>
                      <a:lvl8pPr marL="3429000" indent="-228600" defTabSz="457200" eaLnBrk="0" fontAlgn="base" hangingPunct="0">
                        <a:lnSpc>
                          <a:spcPct val="90000"/>
                        </a:lnSpc>
                        <a:spcBef>
                          <a:spcPts val="5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1600">
                          <a:solidFill>
                            <a:srgbClr val="000000"/>
                          </a:solidFill>
                          <a:latin typeface="Calibri" panose="020F0502020204030204" pitchFamily="34" charset="0"/>
                          <a:ea typeface="Microsoft YaHei" panose="020B0503020204020204" pitchFamily="34" charset="-122"/>
                        </a:defRPr>
                      </a:lvl8pPr>
                      <a:lvl9pPr marL="3886200" indent="-228600" defTabSz="457200" eaLnBrk="0" fontAlgn="base" hangingPunct="0">
                        <a:lnSpc>
                          <a:spcPct val="90000"/>
                        </a:lnSpc>
                        <a:spcBef>
                          <a:spcPts val="5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1600">
                          <a:solidFill>
                            <a:srgbClr val="000000"/>
                          </a:solidFill>
                          <a:latin typeface="Calibri" panose="020F0502020204030204" pitchFamily="34" charset="0"/>
                          <a:ea typeface="Microsoft YaHei" panose="020B0503020204020204" pitchFamily="34" charset="-122"/>
                        </a:defRPr>
                      </a:lvl9pPr>
                    </a:lstStyle>
                    <a:p>
                      <a:pPr marL="0" marR="0" lvl="0" indent="0" algn="just" defTabSz="457200" rtl="0" eaLnBrk="1" fontAlgn="base" latinLnBrk="0" hangingPunct="1">
                        <a:lnSpc>
                          <a:spcPct val="92000"/>
                        </a:lnSpc>
                        <a:spcBef>
                          <a:spcPts val="25"/>
                        </a:spcBef>
                        <a:spcAft>
                          <a:spcPts val="25"/>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pPr>
                      <a:r>
                        <a:rPr kumimoji="0" lang="en-US" altLang="en-US" sz="1400" b="0" i="0" u="none" strike="noStrike" cap="none" normalizeH="0" baseline="0" dirty="0">
                          <a:ln>
                            <a:noFill/>
                          </a:ln>
                          <a:solidFill>
                            <a:srgbClr val="000000"/>
                          </a:solidFill>
                          <a:effectLst/>
                          <a:latin typeface="Arial Narrow" panose="020B0606020202030204" pitchFamily="34" charset="0"/>
                          <a:ea typeface="Microsoft YaHei" panose="020B0503020204020204" pitchFamily="34" charset="-122"/>
                        </a:rPr>
                        <a:t>2</a:t>
                      </a:r>
                      <a:endParaRPr kumimoji="0" lang="en-US" altLang="en-US" sz="1400" b="0" i="0" u="none" strike="noStrike" cap="none" normalizeH="0" baseline="0" dirty="0">
                        <a:ln>
                          <a:noFill/>
                        </a:ln>
                        <a:solidFill>
                          <a:srgbClr val="000000"/>
                        </a:solidFill>
                        <a:effectLst/>
                        <a:latin typeface="Arial Narrow" panose="020B0606020202030204" pitchFamily="34" charset="0"/>
                        <a:ea typeface="Microsoft YaHei" panose="020B0503020204020204" pitchFamily="34" charset="-122"/>
                      </a:endParaRPr>
                    </a:p>
                  </a:txBody>
                  <a:tcPr marL="122024" marR="122024" marT="45718" marB="45718" horzOverflow="overflow">
                    <a:lnL w="2880" cap="flat" cmpd="sng" algn="ctr">
                      <a:solidFill>
                        <a:srgbClr val="FFFFFF"/>
                      </a:solidFill>
                      <a:prstDash val="solid"/>
                      <a:round/>
                      <a:headEnd type="none" w="med" len="med"/>
                      <a:tailEnd type="none" w="med" len="med"/>
                    </a:lnL>
                    <a:lnR w="2880" cap="flat" cmpd="sng" algn="ctr">
                      <a:solidFill>
                        <a:srgbClr val="FFFFFF"/>
                      </a:solidFill>
                      <a:prstDash val="solid"/>
                      <a:round/>
                      <a:headEnd type="none" w="med" len="med"/>
                      <a:tailEnd type="none" w="med" len="med"/>
                    </a:lnR>
                    <a:lnT w="2880" cap="flat" cmpd="sng" algn="ctr">
                      <a:solidFill>
                        <a:srgbClr val="FFFFFF"/>
                      </a:solidFill>
                      <a:prstDash val="solid"/>
                      <a:round/>
                      <a:headEnd type="none" w="med" len="med"/>
                      <a:tailEnd type="none" w="med" len="med"/>
                    </a:lnT>
                    <a:lnB w="2880" cap="flat" cmpd="sng" algn="ctr">
                      <a:solidFill>
                        <a:srgbClr val="FFFFFF"/>
                      </a:solidFill>
                      <a:prstDash val="solid"/>
                      <a:round/>
                      <a:headEnd type="none" w="med" len="med"/>
                      <a:tailEnd type="none" w="med" len="med"/>
                    </a:lnB>
                    <a:lnTlToBr>
                      <a:noFill/>
                    </a:lnTlToBr>
                    <a:lnBlToTr>
                      <a:noFill/>
                    </a:lnBlToTr>
                    <a:solidFill>
                      <a:srgbClr val="EFF5E8"/>
                    </a:solidFill>
                  </a:tcPr>
                </a:tc>
                <a:tc>
                  <a:txBody>
                    <a:bodyPr/>
                    <a:lstStyle>
                      <a:lvl1pPr>
                        <a:lnSpc>
                          <a:spcPct val="90000"/>
                        </a:lnSpc>
                        <a:spcBef>
                          <a:spcPts val="102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2400">
                          <a:solidFill>
                            <a:srgbClr val="000000"/>
                          </a:solidFill>
                          <a:latin typeface="Calibri" panose="020F0502020204030204" pitchFamily="34" charset="0"/>
                          <a:ea typeface="Microsoft YaHei" panose="020B0503020204020204" pitchFamily="34" charset="-122"/>
                        </a:defRPr>
                      </a:lvl1pPr>
                      <a:lvl2pPr>
                        <a:lnSpc>
                          <a:spcPct val="90000"/>
                        </a:lnSpc>
                        <a:spcBef>
                          <a:spcPts val="52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2000">
                          <a:solidFill>
                            <a:srgbClr val="000000"/>
                          </a:solidFill>
                          <a:latin typeface="Calibri" panose="020F0502020204030204" pitchFamily="34" charset="0"/>
                          <a:ea typeface="Microsoft YaHei" panose="020B0503020204020204" pitchFamily="34" charset="-122"/>
                        </a:defRPr>
                      </a:lvl2pPr>
                      <a:lvl3pPr>
                        <a:lnSpc>
                          <a:spcPct val="90000"/>
                        </a:lnSpc>
                        <a:spcBef>
                          <a:spcPts val="52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a:solidFill>
                            <a:srgbClr val="000000"/>
                          </a:solidFill>
                          <a:latin typeface="Calibri" panose="020F0502020204030204" pitchFamily="34" charset="0"/>
                          <a:ea typeface="Microsoft YaHei" panose="020B0503020204020204" pitchFamily="34" charset="-122"/>
                        </a:defRPr>
                      </a:lvl3pPr>
                      <a:lvl4pPr>
                        <a:lnSpc>
                          <a:spcPct val="90000"/>
                        </a:lnSpc>
                        <a:spcBef>
                          <a:spcPts val="52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1600">
                          <a:solidFill>
                            <a:srgbClr val="000000"/>
                          </a:solidFill>
                          <a:latin typeface="Calibri" panose="020F0502020204030204" pitchFamily="34" charset="0"/>
                          <a:ea typeface="Microsoft YaHei" panose="020B0503020204020204" pitchFamily="34" charset="-122"/>
                        </a:defRPr>
                      </a:lvl4pPr>
                      <a:lvl5pPr>
                        <a:lnSpc>
                          <a:spcPct val="90000"/>
                        </a:lnSpc>
                        <a:spcBef>
                          <a:spcPts val="52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1600">
                          <a:solidFill>
                            <a:srgbClr val="000000"/>
                          </a:solidFill>
                          <a:latin typeface="Calibri" panose="020F0502020204030204" pitchFamily="34" charset="0"/>
                          <a:ea typeface="Microsoft YaHei" panose="020B0503020204020204" pitchFamily="34" charset="-122"/>
                        </a:defRPr>
                      </a:lvl5pPr>
                      <a:lvl6pPr marL="2514600" indent="-228600" defTabSz="457200" eaLnBrk="0" fontAlgn="base" hangingPunct="0">
                        <a:lnSpc>
                          <a:spcPct val="90000"/>
                        </a:lnSpc>
                        <a:spcBef>
                          <a:spcPts val="5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1600">
                          <a:solidFill>
                            <a:srgbClr val="000000"/>
                          </a:solidFill>
                          <a:latin typeface="Calibri" panose="020F0502020204030204" pitchFamily="34" charset="0"/>
                          <a:ea typeface="Microsoft YaHei" panose="020B0503020204020204" pitchFamily="34" charset="-122"/>
                        </a:defRPr>
                      </a:lvl6pPr>
                      <a:lvl7pPr marL="2971800" indent="-228600" defTabSz="457200" eaLnBrk="0" fontAlgn="base" hangingPunct="0">
                        <a:lnSpc>
                          <a:spcPct val="90000"/>
                        </a:lnSpc>
                        <a:spcBef>
                          <a:spcPts val="5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1600">
                          <a:solidFill>
                            <a:srgbClr val="000000"/>
                          </a:solidFill>
                          <a:latin typeface="Calibri" panose="020F0502020204030204" pitchFamily="34" charset="0"/>
                          <a:ea typeface="Microsoft YaHei" panose="020B0503020204020204" pitchFamily="34" charset="-122"/>
                        </a:defRPr>
                      </a:lvl7pPr>
                      <a:lvl8pPr marL="3429000" indent="-228600" defTabSz="457200" eaLnBrk="0" fontAlgn="base" hangingPunct="0">
                        <a:lnSpc>
                          <a:spcPct val="90000"/>
                        </a:lnSpc>
                        <a:spcBef>
                          <a:spcPts val="5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1600">
                          <a:solidFill>
                            <a:srgbClr val="000000"/>
                          </a:solidFill>
                          <a:latin typeface="Calibri" panose="020F0502020204030204" pitchFamily="34" charset="0"/>
                          <a:ea typeface="Microsoft YaHei" panose="020B0503020204020204" pitchFamily="34" charset="-122"/>
                        </a:defRPr>
                      </a:lvl8pPr>
                      <a:lvl9pPr marL="3886200" indent="-228600" defTabSz="457200" eaLnBrk="0" fontAlgn="base" hangingPunct="0">
                        <a:lnSpc>
                          <a:spcPct val="90000"/>
                        </a:lnSpc>
                        <a:spcBef>
                          <a:spcPts val="5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1600">
                          <a:solidFill>
                            <a:srgbClr val="000000"/>
                          </a:solidFill>
                          <a:latin typeface="Calibri" panose="020F0502020204030204" pitchFamily="34" charset="0"/>
                          <a:ea typeface="Microsoft YaHei" panose="020B0503020204020204" pitchFamily="34" charset="-122"/>
                        </a:defRPr>
                      </a:lvl9pPr>
                    </a:lstStyle>
                    <a:p>
                      <a:pPr marL="0" marR="0" lvl="0" indent="0" algn="just" defTabSz="457200" rtl="0" eaLnBrk="1" fontAlgn="base" latinLnBrk="0" hangingPunct="1">
                        <a:lnSpc>
                          <a:spcPct val="92000"/>
                        </a:lnSpc>
                        <a:spcBef>
                          <a:spcPts val="1200"/>
                        </a:spcBef>
                        <a:spcAft>
                          <a:spcPts val="1000"/>
                        </a:spcAft>
                        <a:buClr>
                          <a:srgbClr val="000000"/>
                        </a:buClr>
                        <a:buSzPct val="100000"/>
                        <a:buFont typeface="Times New Roman" panose="02020603050405020304"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pPr>
                      <a:r>
                        <a:rPr lang="pt-BR" sz="2000" dirty="0">
                          <a:effectLst/>
                        </a:rPr>
                        <a:t>Konstantia Barmpatsalou </a:t>
                      </a:r>
                      <a:r>
                        <a:rPr lang="pt-BR" sz="2400" b="0" i="0" kern="1200" dirty="0">
                          <a:solidFill>
                            <a:srgbClr val="000000"/>
                          </a:solidFill>
                          <a:effectLst/>
                          <a:latin typeface="Calibri" panose="020F0502020204030204" pitchFamily="34" charset="0"/>
                          <a:ea typeface="Microsoft YaHei" panose="020B0503020204020204" pitchFamily="34" charset="-122"/>
                          <a:cs typeface="+mn-cs"/>
                        </a:rPr>
                        <a:t>, </a:t>
                      </a:r>
                      <a:r>
                        <a:rPr lang="pt-BR" sz="2000" dirty="0">
                          <a:effectLst/>
                        </a:rPr>
                        <a:t>Dimitrios Damopoulos </a:t>
                      </a:r>
                      <a:endParaRPr kumimoji="0" lang="en-US" altLang="en-US" sz="2000" b="0" i="0" u="none" strike="noStrike" cap="none" normalizeH="0" baseline="0" dirty="0">
                        <a:ln>
                          <a:noFill/>
                        </a:ln>
                        <a:solidFill>
                          <a:srgbClr val="000000"/>
                        </a:solidFill>
                        <a:effectLst/>
                        <a:latin typeface="Arial Narrow" panose="020B0606020202030204" pitchFamily="34" charset="0"/>
                        <a:ea typeface="Microsoft YaHei" panose="020B0503020204020204" pitchFamily="34" charset="-122"/>
                      </a:endParaRPr>
                    </a:p>
                  </a:txBody>
                  <a:tcPr marL="122024" marR="122024" marT="45718" marB="45718" horzOverflow="overflow">
                    <a:lnL w="2880" cap="flat" cmpd="sng" algn="ctr">
                      <a:solidFill>
                        <a:srgbClr val="FFFFFF"/>
                      </a:solidFill>
                      <a:prstDash val="solid"/>
                      <a:round/>
                      <a:headEnd type="none" w="med" len="med"/>
                      <a:tailEnd type="none" w="med" len="med"/>
                    </a:lnL>
                    <a:lnR w="2880" cap="flat" cmpd="sng" algn="ctr">
                      <a:solidFill>
                        <a:srgbClr val="FFFFFF"/>
                      </a:solidFill>
                      <a:prstDash val="solid"/>
                      <a:round/>
                      <a:headEnd type="none" w="med" len="med"/>
                      <a:tailEnd type="none" w="med" len="med"/>
                    </a:lnR>
                    <a:lnT w="2880" cap="flat" cmpd="sng" algn="ctr">
                      <a:solidFill>
                        <a:srgbClr val="FFFFFF"/>
                      </a:solidFill>
                      <a:prstDash val="solid"/>
                      <a:round/>
                      <a:headEnd type="none" w="med" len="med"/>
                      <a:tailEnd type="none" w="med" len="med"/>
                    </a:lnT>
                    <a:lnB w="2880" cap="flat" cmpd="sng" algn="ctr">
                      <a:solidFill>
                        <a:srgbClr val="FFFFFF"/>
                      </a:solidFill>
                      <a:prstDash val="solid"/>
                      <a:round/>
                      <a:headEnd type="none" w="med" len="med"/>
                      <a:tailEnd type="none" w="med" len="med"/>
                    </a:lnB>
                    <a:lnTlToBr>
                      <a:noFill/>
                    </a:lnTlToBr>
                    <a:lnBlToTr>
                      <a:noFill/>
                    </a:lnBlToTr>
                    <a:solidFill>
                      <a:srgbClr val="EFF5E8"/>
                    </a:solidFill>
                  </a:tcPr>
                </a:tc>
                <a:tc>
                  <a:txBody>
                    <a:bodyPr/>
                    <a:lstStyle>
                      <a:lvl1pPr>
                        <a:lnSpc>
                          <a:spcPct val="90000"/>
                        </a:lnSpc>
                        <a:spcBef>
                          <a:spcPts val="102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2400">
                          <a:solidFill>
                            <a:srgbClr val="000000"/>
                          </a:solidFill>
                          <a:latin typeface="Calibri" panose="020F0502020204030204" pitchFamily="34" charset="0"/>
                          <a:ea typeface="Microsoft YaHei" panose="020B0503020204020204" pitchFamily="34" charset="-122"/>
                        </a:defRPr>
                      </a:lvl1pPr>
                      <a:lvl2pPr>
                        <a:lnSpc>
                          <a:spcPct val="90000"/>
                        </a:lnSpc>
                        <a:spcBef>
                          <a:spcPts val="52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2000">
                          <a:solidFill>
                            <a:srgbClr val="000000"/>
                          </a:solidFill>
                          <a:latin typeface="Calibri" panose="020F0502020204030204" pitchFamily="34" charset="0"/>
                          <a:ea typeface="Microsoft YaHei" panose="020B0503020204020204" pitchFamily="34" charset="-122"/>
                        </a:defRPr>
                      </a:lvl2pPr>
                      <a:lvl3pPr>
                        <a:lnSpc>
                          <a:spcPct val="90000"/>
                        </a:lnSpc>
                        <a:spcBef>
                          <a:spcPts val="52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a:solidFill>
                            <a:srgbClr val="000000"/>
                          </a:solidFill>
                          <a:latin typeface="Calibri" panose="020F0502020204030204" pitchFamily="34" charset="0"/>
                          <a:ea typeface="Microsoft YaHei" panose="020B0503020204020204" pitchFamily="34" charset="-122"/>
                        </a:defRPr>
                      </a:lvl3pPr>
                      <a:lvl4pPr>
                        <a:lnSpc>
                          <a:spcPct val="90000"/>
                        </a:lnSpc>
                        <a:spcBef>
                          <a:spcPts val="52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1600">
                          <a:solidFill>
                            <a:srgbClr val="000000"/>
                          </a:solidFill>
                          <a:latin typeface="Calibri" panose="020F0502020204030204" pitchFamily="34" charset="0"/>
                          <a:ea typeface="Microsoft YaHei" panose="020B0503020204020204" pitchFamily="34" charset="-122"/>
                        </a:defRPr>
                      </a:lvl4pPr>
                      <a:lvl5pPr>
                        <a:lnSpc>
                          <a:spcPct val="90000"/>
                        </a:lnSpc>
                        <a:spcBef>
                          <a:spcPts val="52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1600">
                          <a:solidFill>
                            <a:srgbClr val="000000"/>
                          </a:solidFill>
                          <a:latin typeface="Calibri" panose="020F0502020204030204" pitchFamily="34" charset="0"/>
                          <a:ea typeface="Microsoft YaHei" panose="020B0503020204020204" pitchFamily="34" charset="-122"/>
                        </a:defRPr>
                      </a:lvl5pPr>
                      <a:lvl6pPr marL="2514600" indent="-228600" defTabSz="457200" eaLnBrk="0" fontAlgn="base" hangingPunct="0">
                        <a:lnSpc>
                          <a:spcPct val="90000"/>
                        </a:lnSpc>
                        <a:spcBef>
                          <a:spcPts val="5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1600">
                          <a:solidFill>
                            <a:srgbClr val="000000"/>
                          </a:solidFill>
                          <a:latin typeface="Calibri" panose="020F0502020204030204" pitchFamily="34" charset="0"/>
                          <a:ea typeface="Microsoft YaHei" panose="020B0503020204020204" pitchFamily="34" charset="-122"/>
                        </a:defRPr>
                      </a:lvl6pPr>
                      <a:lvl7pPr marL="2971800" indent="-228600" defTabSz="457200" eaLnBrk="0" fontAlgn="base" hangingPunct="0">
                        <a:lnSpc>
                          <a:spcPct val="90000"/>
                        </a:lnSpc>
                        <a:spcBef>
                          <a:spcPts val="5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1600">
                          <a:solidFill>
                            <a:srgbClr val="000000"/>
                          </a:solidFill>
                          <a:latin typeface="Calibri" panose="020F0502020204030204" pitchFamily="34" charset="0"/>
                          <a:ea typeface="Microsoft YaHei" panose="020B0503020204020204" pitchFamily="34" charset="-122"/>
                        </a:defRPr>
                      </a:lvl7pPr>
                      <a:lvl8pPr marL="3429000" indent="-228600" defTabSz="457200" eaLnBrk="0" fontAlgn="base" hangingPunct="0">
                        <a:lnSpc>
                          <a:spcPct val="90000"/>
                        </a:lnSpc>
                        <a:spcBef>
                          <a:spcPts val="5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1600">
                          <a:solidFill>
                            <a:srgbClr val="000000"/>
                          </a:solidFill>
                          <a:latin typeface="Calibri" panose="020F0502020204030204" pitchFamily="34" charset="0"/>
                          <a:ea typeface="Microsoft YaHei" panose="020B0503020204020204" pitchFamily="34" charset="-122"/>
                        </a:defRPr>
                      </a:lvl8pPr>
                      <a:lvl9pPr marL="3886200" indent="-228600" defTabSz="457200" eaLnBrk="0" fontAlgn="base" hangingPunct="0">
                        <a:lnSpc>
                          <a:spcPct val="90000"/>
                        </a:lnSpc>
                        <a:spcBef>
                          <a:spcPts val="5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1600">
                          <a:solidFill>
                            <a:srgbClr val="000000"/>
                          </a:solidFill>
                          <a:latin typeface="Calibri" panose="020F0502020204030204" pitchFamily="34" charset="0"/>
                          <a:ea typeface="Microsoft YaHei" panose="020B0503020204020204" pitchFamily="34" charset="-122"/>
                        </a:defRPr>
                      </a:lvl9pPr>
                    </a:lstStyle>
                    <a:p>
                      <a:pPr marL="0" marR="0" lvl="0" indent="0" algn="ctr" defTabSz="457200" rtl="0" eaLnBrk="1" fontAlgn="base" latinLnBrk="0" hangingPunct="1">
                        <a:lnSpc>
                          <a:spcPct val="92000"/>
                        </a:lnSpc>
                        <a:spcBef>
                          <a:spcPts val="25"/>
                        </a:spcBef>
                        <a:spcAft>
                          <a:spcPts val="25"/>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pPr>
                      <a:r>
                        <a:rPr lang="en-GB" sz="2000" dirty="0"/>
                        <a:t>Multilevel chronological categorization of methodologies.</a:t>
                      </a:r>
                      <a:endParaRPr kumimoji="0" lang="en-IN" altLang="en-US" sz="2000" b="0" i="0" u="none" strike="noStrike" cap="none" normalizeH="0" baseline="0" dirty="0">
                        <a:ln>
                          <a:noFill/>
                        </a:ln>
                        <a:solidFill>
                          <a:srgbClr val="000000"/>
                        </a:solidFill>
                        <a:effectLst/>
                        <a:latin typeface="Arial Narrow" panose="020B0606020202030204" pitchFamily="34" charset="0"/>
                        <a:ea typeface="Microsoft YaHei" panose="020B0503020204020204" pitchFamily="34" charset="-122"/>
                      </a:endParaRPr>
                    </a:p>
                  </a:txBody>
                  <a:tcPr marL="122024" marR="122024" marT="45718" marB="45718" horzOverflow="overflow">
                    <a:lnL w="2880" cap="flat" cmpd="sng" algn="ctr">
                      <a:solidFill>
                        <a:srgbClr val="FFFFFF"/>
                      </a:solidFill>
                      <a:prstDash val="solid"/>
                      <a:round/>
                      <a:headEnd type="none" w="med" len="med"/>
                      <a:tailEnd type="none" w="med" len="med"/>
                    </a:lnL>
                    <a:lnR w="2880" cap="flat" cmpd="sng" algn="ctr">
                      <a:solidFill>
                        <a:srgbClr val="FFFFFF"/>
                      </a:solidFill>
                      <a:prstDash val="solid"/>
                      <a:round/>
                      <a:headEnd type="none" w="med" len="med"/>
                      <a:tailEnd type="none" w="med" len="med"/>
                    </a:lnR>
                    <a:lnT w="2880" cap="flat" cmpd="sng" algn="ctr">
                      <a:solidFill>
                        <a:srgbClr val="FFFFFF"/>
                      </a:solidFill>
                      <a:prstDash val="solid"/>
                      <a:round/>
                      <a:headEnd type="none" w="med" len="med"/>
                      <a:tailEnd type="none" w="med" len="med"/>
                    </a:lnT>
                    <a:lnB w="2880" cap="flat" cmpd="sng" algn="ctr">
                      <a:solidFill>
                        <a:srgbClr val="FFFFFF"/>
                      </a:solidFill>
                      <a:prstDash val="solid"/>
                      <a:round/>
                      <a:headEnd type="none" w="med" len="med"/>
                      <a:tailEnd type="none" w="med" len="med"/>
                    </a:lnB>
                    <a:lnTlToBr>
                      <a:noFill/>
                    </a:lnTlToBr>
                    <a:lnBlToTr>
                      <a:noFill/>
                    </a:lnBlToTr>
                    <a:solidFill>
                      <a:srgbClr val="EFF5E8"/>
                    </a:solidFill>
                  </a:tcPr>
                </a:tc>
                <a:tc>
                  <a:txBody>
                    <a:bodyPr/>
                    <a:lstStyle>
                      <a:lvl1pPr>
                        <a:lnSpc>
                          <a:spcPct val="90000"/>
                        </a:lnSpc>
                        <a:spcBef>
                          <a:spcPts val="102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2400">
                          <a:solidFill>
                            <a:srgbClr val="000000"/>
                          </a:solidFill>
                          <a:latin typeface="Calibri" panose="020F0502020204030204" pitchFamily="34" charset="0"/>
                          <a:ea typeface="Microsoft YaHei" panose="020B0503020204020204" pitchFamily="34" charset="-122"/>
                        </a:defRPr>
                      </a:lvl1pPr>
                      <a:lvl2pPr>
                        <a:lnSpc>
                          <a:spcPct val="90000"/>
                        </a:lnSpc>
                        <a:spcBef>
                          <a:spcPts val="52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2000">
                          <a:solidFill>
                            <a:srgbClr val="000000"/>
                          </a:solidFill>
                          <a:latin typeface="Calibri" panose="020F0502020204030204" pitchFamily="34" charset="0"/>
                          <a:ea typeface="Microsoft YaHei" panose="020B0503020204020204" pitchFamily="34" charset="-122"/>
                        </a:defRPr>
                      </a:lvl2pPr>
                      <a:lvl3pPr>
                        <a:lnSpc>
                          <a:spcPct val="90000"/>
                        </a:lnSpc>
                        <a:spcBef>
                          <a:spcPts val="52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a:solidFill>
                            <a:srgbClr val="000000"/>
                          </a:solidFill>
                          <a:latin typeface="Calibri" panose="020F0502020204030204" pitchFamily="34" charset="0"/>
                          <a:ea typeface="Microsoft YaHei" panose="020B0503020204020204" pitchFamily="34" charset="-122"/>
                        </a:defRPr>
                      </a:lvl3pPr>
                      <a:lvl4pPr>
                        <a:lnSpc>
                          <a:spcPct val="90000"/>
                        </a:lnSpc>
                        <a:spcBef>
                          <a:spcPts val="52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1600">
                          <a:solidFill>
                            <a:srgbClr val="000000"/>
                          </a:solidFill>
                          <a:latin typeface="Calibri" panose="020F0502020204030204" pitchFamily="34" charset="0"/>
                          <a:ea typeface="Microsoft YaHei" panose="020B0503020204020204" pitchFamily="34" charset="-122"/>
                        </a:defRPr>
                      </a:lvl4pPr>
                      <a:lvl5pPr>
                        <a:lnSpc>
                          <a:spcPct val="90000"/>
                        </a:lnSpc>
                        <a:spcBef>
                          <a:spcPts val="52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1600">
                          <a:solidFill>
                            <a:srgbClr val="000000"/>
                          </a:solidFill>
                          <a:latin typeface="Calibri" panose="020F0502020204030204" pitchFamily="34" charset="0"/>
                          <a:ea typeface="Microsoft YaHei" panose="020B0503020204020204" pitchFamily="34" charset="-122"/>
                        </a:defRPr>
                      </a:lvl5pPr>
                      <a:lvl6pPr marL="2514600" indent="-228600" defTabSz="457200" eaLnBrk="0" fontAlgn="base" hangingPunct="0">
                        <a:lnSpc>
                          <a:spcPct val="90000"/>
                        </a:lnSpc>
                        <a:spcBef>
                          <a:spcPts val="5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1600">
                          <a:solidFill>
                            <a:srgbClr val="000000"/>
                          </a:solidFill>
                          <a:latin typeface="Calibri" panose="020F0502020204030204" pitchFamily="34" charset="0"/>
                          <a:ea typeface="Microsoft YaHei" panose="020B0503020204020204" pitchFamily="34" charset="-122"/>
                        </a:defRPr>
                      </a:lvl6pPr>
                      <a:lvl7pPr marL="2971800" indent="-228600" defTabSz="457200" eaLnBrk="0" fontAlgn="base" hangingPunct="0">
                        <a:lnSpc>
                          <a:spcPct val="90000"/>
                        </a:lnSpc>
                        <a:spcBef>
                          <a:spcPts val="5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1600">
                          <a:solidFill>
                            <a:srgbClr val="000000"/>
                          </a:solidFill>
                          <a:latin typeface="Calibri" panose="020F0502020204030204" pitchFamily="34" charset="0"/>
                          <a:ea typeface="Microsoft YaHei" panose="020B0503020204020204" pitchFamily="34" charset="-122"/>
                        </a:defRPr>
                      </a:lvl7pPr>
                      <a:lvl8pPr marL="3429000" indent="-228600" defTabSz="457200" eaLnBrk="0" fontAlgn="base" hangingPunct="0">
                        <a:lnSpc>
                          <a:spcPct val="90000"/>
                        </a:lnSpc>
                        <a:spcBef>
                          <a:spcPts val="5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1600">
                          <a:solidFill>
                            <a:srgbClr val="000000"/>
                          </a:solidFill>
                          <a:latin typeface="Calibri" panose="020F0502020204030204" pitchFamily="34" charset="0"/>
                          <a:ea typeface="Microsoft YaHei" panose="020B0503020204020204" pitchFamily="34" charset="-122"/>
                        </a:defRPr>
                      </a:lvl8pPr>
                      <a:lvl9pPr marL="3886200" indent="-228600" defTabSz="457200" eaLnBrk="0" fontAlgn="base" hangingPunct="0">
                        <a:lnSpc>
                          <a:spcPct val="90000"/>
                        </a:lnSpc>
                        <a:spcBef>
                          <a:spcPts val="5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1600">
                          <a:solidFill>
                            <a:srgbClr val="000000"/>
                          </a:solidFill>
                          <a:latin typeface="Calibri" panose="020F0502020204030204" pitchFamily="34" charset="0"/>
                          <a:ea typeface="Microsoft YaHei" panose="020B0503020204020204" pitchFamily="34" charset="-122"/>
                        </a:defRPr>
                      </a:lvl9pPr>
                    </a:lstStyle>
                    <a:p>
                      <a:pPr marL="0" marR="0" lvl="0" indent="0" algn="just" defTabSz="457200" rtl="0" eaLnBrk="1" fontAlgn="base" latinLnBrk="0" hangingPunct="1">
                        <a:lnSpc>
                          <a:spcPct val="92000"/>
                        </a:lnSpc>
                        <a:spcBef>
                          <a:spcPts val="25"/>
                        </a:spcBef>
                        <a:spcAft>
                          <a:spcPts val="25"/>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pPr>
                      <a:r>
                        <a:rPr lang="en-GB" sz="2000" dirty="0"/>
                        <a:t>Offers a detailed progress report and trends in Mobile Device Forensics; aids in standardization efforts.</a:t>
                      </a:r>
                      <a:endParaRPr kumimoji="0" lang="en-US" altLang="en-US" sz="2000" b="0" i="0" u="none" strike="noStrike" cap="none" normalizeH="0" baseline="0" dirty="0">
                        <a:ln>
                          <a:noFill/>
                        </a:ln>
                        <a:solidFill>
                          <a:srgbClr val="000000"/>
                        </a:solidFill>
                        <a:effectLst/>
                        <a:latin typeface="Arial Narrow" panose="020B0606020202030204" pitchFamily="34" charset="0"/>
                        <a:ea typeface="Microsoft YaHei" panose="020B0503020204020204" pitchFamily="34" charset="-122"/>
                      </a:endParaRPr>
                    </a:p>
                  </a:txBody>
                  <a:tcPr marL="122024" marR="122024" marT="45718" marB="45718" horzOverflow="overflow">
                    <a:lnL w="2880" cap="flat" cmpd="sng" algn="ctr">
                      <a:solidFill>
                        <a:srgbClr val="FFFFFF"/>
                      </a:solidFill>
                      <a:prstDash val="solid"/>
                      <a:round/>
                      <a:headEnd type="none" w="med" len="med"/>
                      <a:tailEnd type="none" w="med" len="med"/>
                    </a:lnL>
                    <a:lnR w="2880" cap="flat" cmpd="sng" algn="ctr">
                      <a:solidFill>
                        <a:srgbClr val="FFFFFF"/>
                      </a:solidFill>
                      <a:prstDash val="solid"/>
                      <a:round/>
                      <a:headEnd type="none" w="med" len="med"/>
                      <a:tailEnd type="none" w="med" len="med"/>
                    </a:lnR>
                    <a:lnT w="2880" cap="flat" cmpd="sng" algn="ctr">
                      <a:solidFill>
                        <a:srgbClr val="FFFFFF"/>
                      </a:solidFill>
                      <a:prstDash val="solid"/>
                      <a:round/>
                      <a:headEnd type="none" w="med" len="med"/>
                      <a:tailEnd type="none" w="med" len="med"/>
                    </a:lnT>
                    <a:lnB w="2880" cap="flat" cmpd="sng" algn="ctr">
                      <a:solidFill>
                        <a:srgbClr val="FFFFFF"/>
                      </a:solidFill>
                      <a:prstDash val="solid"/>
                      <a:round/>
                      <a:headEnd type="none" w="med" len="med"/>
                      <a:tailEnd type="none" w="med" len="med"/>
                    </a:lnB>
                    <a:lnTlToBr>
                      <a:noFill/>
                    </a:lnTlToBr>
                    <a:lnBlToTr>
                      <a:noFill/>
                    </a:lnBlToTr>
                    <a:solidFill>
                      <a:srgbClr val="EFF5E8"/>
                    </a:solidFill>
                  </a:tcPr>
                </a:tc>
                <a:tc>
                  <a:txBody>
                    <a:bodyPr/>
                    <a:lstStyle>
                      <a:lvl1pPr>
                        <a:lnSpc>
                          <a:spcPct val="90000"/>
                        </a:lnSpc>
                        <a:spcBef>
                          <a:spcPts val="102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2400">
                          <a:solidFill>
                            <a:srgbClr val="000000"/>
                          </a:solidFill>
                          <a:latin typeface="Calibri" panose="020F0502020204030204" pitchFamily="34" charset="0"/>
                          <a:ea typeface="Microsoft YaHei" panose="020B0503020204020204" pitchFamily="34" charset="-122"/>
                        </a:defRPr>
                      </a:lvl1pPr>
                      <a:lvl2pPr>
                        <a:lnSpc>
                          <a:spcPct val="90000"/>
                        </a:lnSpc>
                        <a:spcBef>
                          <a:spcPts val="52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2000">
                          <a:solidFill>
                            <a:srgbClr val="000000"/>
                          </a:solidFill>
                          <a:latin typeface="Calibri" panose="020F0502020204030204" pitchFamily="34" charset="0"/>
                          <a:ea typeface="Microsoft YaHei" panose="020B0503020204020204" pitchFamily="34" charset="-122"/>
                        </a:defRPr>
                      </a:lvl2pPr>
                      <a:lvl3pPr>
                        <a:lnSpc>
                          <a:spcPct val="90000"/>
                        </a:lnSpc>
                        <a:spcBef>
                          <a:spcPts val="52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a:solidFill>
                            <a:srgbClr val="000000"/>
                          </a:solidFill>
                          <a:latin typeface="Calibri" panose="020F0502020204030204" pitchFamily="34" charset="0"/>
                          <a:ea typeface="Microsoft YaHei" panose="020B0503020204020204" pitchFamily="34" charset="-122"/>
                        </a:defRPr>
                      </a:lvl3pPr>
                      <a:lvl4pPr>
                        <a:lnSpc>
                          <a:spcPct val="90000"/>
                        </a:lnSpc>
                        <a:spcBef>
                          <a:spcPts val="52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1600">
                          <a:solidFill>
                            <a:srgbClr val="000000"/>
                          </a:solidFill>
                          <a:latin typeface="Calibri" panose="020F0502020204030204" pitchFamily="34" charset="0"/>
                          <a:ea typeface="Microsoft YaHei" panose="020B0503020204020204" pitchFamily="34" charset="-122"/>
                        </a:defRPr>
                      </a:lvl4pPr>
                      <a:lvl5pPr>
                        <a:lnSpc>
                          <a:spcPct val="90000"/>
                        </a:lnSpc>
                        <a:spcBef>
                          <a:spcPts val="52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1600">
                          <a:solidFill>
                            <a:srgbClr val="000000"/>
                          </a:solidFill>
                          <a:latin typeface="Calibri" panose="020F0502020204030204" pitchFamily="34" charset="0"/>
                          <a:ea typeface="Microsoft YaHei" panose="020B0503020204020204" pitchFamily="34" charset="-122"/>
                        </a:defRPr>
                      </a:lvl5pPr>
                      <a:lvl6pPr marL="2514600" indent="-228600" defTabSz="457200" eaLnBrk="0" fontAlgn="base" hangingPunct="0">
                        <a:lnSpc>
                          <a:spcPct val="90000"/>
                        </a:lnSpc>
                        <a:spcBef>
                          <a:spcPts val="5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1600">
                          <a:solidFill>
                            <a:srgbClr val="000000"/>
                          </a:solidFill>
                          <a:latin typeface="Calibri" panose="020F0502020204030204" pitchFamily="34" charset="0"/>
                          <a:ea typeface="Microsoft YaHei" panose="020B0503020204020204" pitchFamily="34" charset="-122"/>
                        </a:defRPr>
                      </a:lvl6pPr>
                      <a:lvl7pPr marL="2971800" indent="-228600" defTabSz="457200" eaLnBrk="0" fontAlgn="base" hangingPunct="0">
                        <a:lnSpc>
                          <a:spcPct val="90000"/>
                        </a:lnSpc>
                        <a:spcBef>
                          <a:spcPts val="5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1600">
                          <a:solidFill>
                            <a:srgbClr val="000000"/>
                          </a:solidFill>
                          <a:latin typeface="Calibri" panose="020F0502020204030204" pitchFamily="34" charset="0"/>
                          <a:ea typeface="Microsoft YaHei" panose="020B0503020204020204" pitchFamily="34" charset="-122"/>
                        </a:defRPr>
                      </a:lvl7pPr>
                      <a:lvl8pPr marL="3429000" indent="-228600" defTabSz="457200" eaLnBrk="0" fontAlgn="base" hangingPunct="0">
                        <a:lnSpc>
                          <a:spcPct val="90000"/>
                        </a:lnSpc>
                        <a:spcBef>
                          <a:spcPts val="5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1600">
                          <a:solidFill>
                            <a:srgbClr val="000000"/>
                          </a:solidFill>
                          <a:latin typeface="Calibri" panose="020F0502020204030204" pitchFamily="34" charset="0"/>
                          <a:ea typeface="Microsoft YaHei" panose="020B0503020204020204" pitchFamily="34" charset="-122"/>
                        </a:defRPr>
                      </a:lvl8pPr>
                      <a:lvl9pPr marL="3886200" indent="-228600" defTabSz="457200" eaLnBrk="0" fontAlgn="base" hangingPunct="0">
                        <a:lnSpc>
                          <a:spcPct val="90000"/>
                        </a:lnSpc>
                        <a:spcBef>
                          <a:spcPts val="5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1600">
                          <a:solidFill>
                            <a:srgbClr val="000000"/>
                          </a:solidFill>
                          <a:latin typeface="Calibri" panose="020F0502020204030204" pitchFamily="34" charset="0"/>
                          <a:ea typeface="Microsoft YaHei" panose="020B0503020204020204" pitchFamily="34" charset="-122"/>
                        </a:defRPr>
                      </a:lvl9pPr>
                    </a:lstStyle>
                    <a:p>
                      <a:pPr marL="0" marR="0" lvl="0" indent="0" algn="just" defTabSz="457200" rtl="0" eaLnBrk="1" fontAlgn="base" latinLnBrk="0" hangingPunct="1">
                        <a:lnSpc>
                          <a:spcPct val="92000"/>
                        </a:lnSpc>
                        <a:spcBef>
                          <a:spcPts val="25"/>
                        </a:spcBef>
                        <a:spcAft>
                          <a:spcPts val="25"/>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pPr>
                      <a:r>
                        <a:rPr lang="en-IN" sz="2000" dirty="0"/>
                        <a:t>Rapid evolution of mobile technologies demands continuous updates to methodologies.</a:t>
                      </a:r>
                      <a:endParaRPr kumimoji="0" lang="en-US" altLang="en-US" sz="2000" b="0" i="0" u="none" strike="noStrike" cap="none" normalizeH="0" baseline="0" dirty="0">
                        <a:ln>
                          <a:noFill/>
                        </a:ln>
                        <a:solidFill>
                          <a:srgbClr val="000000"/>
                        </a:solidFill>
                        <a:effectLst/>
                        <a:latin typeface="Arial Narrow" panose="020B0606020202030204" pitchFamily="34" charset="0"/>
                        <a:ea typeface="Microsoft YaHei" panose="020B0503020204020204" pitchFamily="34" charset="-122"/>
                      </a:endParaRPr>
                    </a:p>
                  </a:txBody>
                  <a:tcPr marL="122024" marR="122024" marT="45718" marB="45718" horzOverflow="overflow">
                    <a:lnL w="2880" cap="flat" cmpd="sng" algn="ctr">
                      <a:solidFill>
                        <a:srgbClr val="FFFFFF"/>
                      </a:solidFill>
                      <a:prstDash val="solid"/>
                      <a:round/>
                      <a:headEnd type="none" w="med" len="med"/>
                      <a:tailEnd type="none" w="med" len="med"/>
                    </a:lnL>
                    <a:lnR w="2880" cap="flat" cmpd="sng" algn="ctr">
                      <a:solidFill>
                        <a:srgbClr val="FFFFFF"/>
                      </a:solidFill>
                      <a:prstDash val="solid"/>
                      <a:round/>
                      <a:headEnd type="none" w="med" len="med"/>
                      <a:tailEnd type="none" w="med" len="med"/>
                    </a:lnR>
                    <a:lnT w="2880" cap="flat" cmpd="sng" algn="ctr">
                      <a:solidFill>
                        <a:srgbClr val="FFFFFF"/>
                      </a:solidFill>
                      <a:prstDash val="solid"/>
                      <a:round/>
                      <a:headEnd type="none" w="med" len="med"/>
                      <a:tailEnd type="none" w="med" len="med"/>
                    </a:lnT>
                    <a:lnB w="2880" cap="flat" cmpd="sng" algn="ctr">
                      <a:solidFill>
                        <a:srgbClr val="FFFFFF"/>
                      </a:solidFill>
                      <a:prstDash val="solid"/>
                      <a:round/>
                      <a:headEnd type="none" w="med" len="med"/>
                      <a:tailEnd type="none" w="med" len="med"/>
                    </a:lnB>
                    <a:lnTlToBr>
                      <a:noFill/>
                    </a:lnTlToBr>
                    <a:lnBlToTr>
                      <a:noFill/>
                    </a:lnBlToTr>
                    <a:solidFill>
                      <a:srgbClr val="EFF5E8"/>
                    </a:solidFill>
                  </a:tcPr>
                </a:tc>
              </a:tr>
            </a:tbl>
          </a:graphicData>
        </a:graphic>
      </p:graphicFrame>
      <p:graphicFrame>
        <p:nvGraphicFramePr>
          <p:cNvPr id="3" name="Table 2"/>
          <p:cNvGraphicFramePr>
            <a:graphicFrameLocks noGrp="1"/>
          </p:cNvGraphicFramePr>
          <p:nvPr/>
        </p:nvGraphicFramePr>
        <p:xfrm>
          <a:off x="15875" y="4725988"/>
          <a:ext cx="11960225" cy="1493838"/>
        </p:xfrm>
        <a:graphic>
          <a:graphicData uri="http://schemas.openxmlformats.org/drawingml/2006/table">
            <a:tbl>
              <a:tblPr/>
              <a:tblGrid>
                <a:gridCol w="642303"/>
                <a:gridCol w="3362336"/>
                <a:gridCol w="2578356"/>
                <a:gridCol w="2975566"/>
                <a:gridCol w="2400795"/>
              </a:tblGrid>
              <a:tr h="1482809">
                <a:tc>
                  <a:txBody>
                    <a:bodyPr/>
                    <a:lstStyle>
                      <a:lvl1pPr>
                        <a:lnSpc>
                          <a:spcPct val="90000"/>
                        </a:lnSpc>
                        <a:spcBef>
                          <a:spcPts val="102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2400">
                          <a:solidFill>
                            <a:srgbClr val="000000"/>
                          </a:solidFill>
                          <a:latin typeface="Calibri" panose="020F0502020204030204" pitchFamily="34" charset="0"/>
                          <a:ea typeface="Microsoft YaHei" panose="020B0503020204020204" pitchFamily="34" charset="-122"/>
                        </a:defRPr>
                      </a:lvl1pPr>
                      <a:lvl2pPr>
                        <a:lnSpc>
                          <a:spcPct val="90000"/>
                        </a:lnSpc>
                        <a:spcBef>
                          <a:spcPts val="52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2000">
                          <a:solidFill>
                            <a:srgbClr val="000000"/>
                          </a:solidFill>
                          <a:latin typeface="Calibri" panose="020F0502020204030204" pitchFamily="34" charset="0"/>
                          <a:ea typeface="Microsoft YaHei" panose="020B0503020204020204" pitchFamily="34" charset="-122"/>
                        </a:defRPr>
                      </a:lvl2pPr>
                      <a:lvl3pPr>
                        <a:lnSpc>
                          <a:spcPct val="90000"/>
                        </a:lnSpc>
                        <a:spcBef>
                          <a:spcPts val="52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a:solidFill>
                            <a:srgbClr val="000000"/>
                          </a:solidFill>
                          <a:latin typeface="Calibri" panose="020F0502020204030204" pitchFamily="34" charset="0"/>
                          <a:ea typeface="Microsoft YaHei" panose="020B0503020204020204" pitchFamily="34" charset="-122"/>
                        </a:defRPr>
                      </a:lvl3pPr>
                      <a:lvl4pPr>
                        <a:lnSpc>
                          <a:spcPct val="90000"/>
                        </a:lnSpc>
                        <a:spcBef>
                          <a:spcPts val="52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1600">
                          <a:solidFill>
                            <a:srgbClr val="000000"/>
                          </a:solidFill>
                          <a:latin typeface="Calibri" panose="020F0502020204030204" pitchFamily="34" charset="0"/>
                          <a:ea typeface="Microsoft YaHei" panose="020B0503020204020204" pitchFamily="34" charset="-122"/>
                        </a:defRPr>
                      </a:lvl4pPr>
                      <a:lvl5pPr>
                        <a:lnSpc>
                          <a:spcPct val="90000"/>
                        </a:lnSpc>
                        <a:spcBef>
                          <a:spcPts val="52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1600">
                          <a:solidFill>
                            <a:srgbClr val="000000"/>
                          </a:solidFill>
                          <a:latin typeface="Calibri" panose="020F0502020204030204" pitchFamily="34" charset="0"/>
                          <a:ea typeface="Microsoft YaHei" panose="020B0503020204020204" pitchFamily="34" charset="-122"/>
                        </a:defRPr>
                      </a:lvl5pPr>
                      <a:lvl6pPr marL="2514600" indent="-228600" defTabSz="457200" eaLnBrk="0" fontAlgn="base" hangingPunct="0">
                        <a:lnSpc>
                          <a:spcPct val="90000"/>
                        </a:lnSpc>
                        <a:spcBef>
                          <a:spcPts val="5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1600">
                          <a:solidFill>
                            <a:srgbClr val="000000"/>
                          </a:solidFill>
                          <a:latin typeface="Calibri" panose="020F0502020204030204" pitchFamily="34" charset="0"/>
                          <a:ea typeface="Microsoft YaHei" panose="020B0503020204020204" pitchFamily="34" charset="-122"/>
                        </a:defRPr>
                      </a:lvl6pPr>
                      <a:lvl7pPr marL="2971800" indent="-228600" defTabSz="457200" eaLnBrk="0" fontAlgn="base" hangingPunct="0">
                        <a:lnSpc>
                          <a:spcPct val="90000"/>
                        </a:lnSpc>
                        <a:spcBef>
                          <a:spcPts val="5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1600">
                          <a:solidFill>
                            <a:srgbClr val="000000"/>
                          </a:solidFill>
                          <a:latin typeface="Calibri" panose="020F0502020204030204" pitchFamily="34" charset="0"/>
                          <a:ea typeface="Microsoft YaHei" panose="020B0503020204020204" pitchFamily="34" charset="-122"/>
                        </a:defRPr>
                      </a:lvl7pPr>
                      <a:lvl8pPr marL="3429000" indent="-228600" defTabSz="457200" eaLnBrk="0" fontAlgn="base" hangingPunct="0">
                        <a:lnSpc>
                          <a:spcPct val="90000"/>
                        </a:lnSpc>
                        <a:spcBef>
                          <a:spcPts val="5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1600">
                          <a:solidFill>
                            <a:srgbClr val="000000"/>
                          </a:solidFill>
                          <a:latin typeface="Calibri" panose="020F0502020204030204" pitchFamily="34" charset="0"/>
                          <a:ea typeface="Microsoft YaHei" panose="020B0503020204020204" pitchFamily="34" charset="-122"/>
                        </a:defRPr>
                      </a:lvl8pPr>
                      <a:lvl9pPr marL="3886200" indent="-228600" defTabSz="457200" eaLnBrk="0" fontAlgn="base" hangingPunct="0">
                        <a:lnSpc>
                          <a:spcPct val="90000"/>
                        </a:lnSpc>
                        <a:spcBef>
                          <a:spcPts val="5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1600">
                          <a:solidFill>
                            <a:srgbClr val="000000"/>
                          </a:solidFill>
                          <a:latin typeface="Calibri" panose="020F0502020204030204" pitchFamily="34" charset="0"/>
                          <a:ea typeface="Microsoft YaHei" panose="020B0503020204020204" pitchFamily="34" charset="-122"/>
                        </a:defRPr>
                      </a:lvl9pPr>
                    </a:lstStyle>
                    <a:p>
                      <a:pPr marL="0" marR="0" lvl="0" indent="0" algn="just" defTabSz="457200" rtl="0" eaLnBrk="1" fontAlgn="base" latinLnBrk="0" hangingPunct="1">
                        <a:lnSpc>
                          <a:spcPct val="92000"/>
                        </a:lnSpc>
                        <a:spcBef>
                          <a:spcPts val="25"/>
                        </a:spcBef>
                        <a:spcAft>
                          <a:spcPts val="25"/>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pPr>
                      <a:r>
                        <a:rPr kumimoji="0" lang="en-US" altLang="en-US" sz="1400" b="0" i="0" u="none" strike="noStrike" cap="none" normalizeH="0" baseline="0" dirty="0">
                          <a:ln>
                            <a:noFill/>
                          </a:ln>
                          <a:solidFill>
                            <a:srgbClr val="000000"/>
                          </a:solidFill>
                          <a:effectLst/>
                          <a:latin typeface="Arial Narrow" panose="020B0606020202030204" pitchFamily="34" charset="0"/>
                          <a:ea typeface="Microsoft YaHei" panose="020B0503020204020204" pitchFamily="34" charset="-122"/>
                        </a:rPr>
                        <a:t>3</a:t>
                      </a:r>
                      <a:endParaRPr kumimoji="0" lang="en-US" altLang="en-US" sz="1400" b="0" i="0" u="none" strike="noStrike" cap="none" normalizeH="0" baseline="0" dirty="0">
                        <a:ln>
                          <a:noFill/>
                        </a:ln>
                        <a:solidFill>
                          <a:srgbClr val="000000"/>
                        </a:solidFill>
                        <a:effectLst/>
                        <a:latin typeface="Arial Narrow" panose="020B0606020202030204" pitchFamily="34" charset="0"/>
                        <a:ea typeface="Microsoft YaHei" panose="020B0503020204020204" pitchFamily="34" charset="-122"/>
                      </a:endParaRPr>
                    </a:p>
                  </a:txBody>
                  <a:tcPr marL="122024" marR="122024" marT="45718" marB="45718" horzOverflow="overflow">
                    <a:lnL w="2880" cap="flat" cmpd="sng" algn="ctr">
                      <a:solidFill>
                        <a:srgbClr val="FFFFFF"/>
                      </a:solidFill>
                      <a:prstDash val="solid"/>
                      <a:round/>
                      <a:headEnd type="none" w="med" len="med"/>
                      <a:tailEnd type="none" w="med" len="med"/>
                    </a:lnL>
                    <a:lnR w="2880" cap="flat" cmpd="sng" algn="ctr">
                      <a:solidFill>
                        <a:srgbClr val="FFFFFF"/>
                      </a:solidFill>
                      <a:prstDash val="solid"/>
                      <a:round/>
                      <a:headEnd type="none" w="med" len="med"/>
                      <a:tailEnd type="none" w="med" len="med"/>
                    </a:lnR>
                    <a:lnT w="9360" cap="flat" cmpd="sng" algn="ctr">
                      <a:solidFill>
                        <a:srgbClr val="FFFFFF"/>
                      </a:solidFill>
                      <a:prstDash val="solid"/>
                      <a:round/>
                      <a:headEnd type="none" w="med" len="med"/>
                      <a:tailEnd type="none" w="med" len="med"/>
                    </a:lnT>
                    <a:lnB w="2880" cap="flat" cmpd="sng" algn="ctr">
                      <a:solidFill>
                        <a:srgbClr val="FFFFFF"/>
                      </a:solidFill>
                      <a:prstDash val="solid"/>
                      <a:round/>
                      <a:headEnd type="none" w="med" len="med"/>
                      <a:tailEnd type="none" w="med" len="med"/>
                    </a:lnB>
                    <a:lnTlToBr>
                      <a:noFill/>
                    </a:lnTlToBr>
                    <a:lnBlToTr>
                      <a:noFill/>
                    </a:lnBlToTr>
                    <a:solidFill>
                      <a:srgbClr val="DDEBCC"/>
                    </a:solidFill>
                  </a:tcPr>
                </a:tc>
                <a:tc>
                  <a:txBody>
                    <a:bodyPr/>
                    <a:lstStyle/>
                    <a:p>
                      <a:pPr algn="just"/>
                      <a:r>
                        <a:rPr lang="en-GB" sz="2000" dirty="0">
                          <a:effectLst/>
                        </a:rPr>
                        <a:t>Mark Taylor</a:t>
                      </a:r>
                      <a:r>
                        <a:rPr lang="en-GB" sz="1800" b="0" i="0" kern="1200" dirty="0">
                          <a:solidFill>
                            <a:schemeClr val="tx1"/>
                          </a:solidFill>
                          <a:effectLst/>
                          <a:latin typeface="+mn-lt"/>
                          <a:ea typeface="+mn-ea"/>
                          <a:cs typeface="+mn-cs"/>
                        </a:rPr>
                        <a:t>, </a:t>
                      </a:r>
                      <a:r>
                        <a:rPr lang="en-GB" sz="2000" dirty="0">
                          <a:effectLst/>
                        </a:rPr>
                        <a:t>Glyn Hughes </a:t>
                      </a:r>
                      <a:r>
                        <a:rPr lang="en-GB" sz="1800" b="0" i="0" kern="1200" dirty="0">
                          <a:solidFill>
                            <a:schemeClr val="tx1"/>
                          </a:solidFill>
                          <a:effectLst/>
                          <a:latin typeface="+mn-lt"/>
                          <a:ea typeface="+mn-ea"/>
                          <a:cs typeface="+mn-cs"/>
                        </a:rPr>
                        <a:t>, </a:t>
                      </a:r>
                      <a:r>
                        <a:rPr lang="en-GB" sz="2000" dirty="0"/>
                        <a:t>Digital evidence from mobile telephone applications</a:t>
                      </a:r>
                      <a:endParaRPr lang="en-GB" sz="2000" b="0" dirty="0"/>
                    </a:p>
                  </a:txBody>
                  <a:tcPr marL="91428" marR="91428" marT="45714" marB="45714" anchor="ctr">
                    <a:lnL w="2880" cap="flat" cmpd="sng" algn="ctr">
                      <a:solidFill>
                        <a:srgbClr val="FFFFFF"/>
                      </a:solidFill>
                      <a:prstDash val="solid"/>
                      <a:round/>
                      <a:headEnd type="none" w="med" len="med"/>
                      <a:tailEnd type="none" w="med" len="med"/>
                    </a:lnL>
                    <a:lnR w="2880" cap="flat" cmpd="sng" algn="ctr">
                      <a:solidFill>
                        <a:srgbClr val="FFFFFF"/>
                      </a:solidFill>
                      <a:prstDash val="solid"/>
                      <a:round/>
                      <a:headEnd type="none" w="med" len="med"/>
                      <a:tailEnd type="none" w="med" len="med"/>
                    </a:lnR>
                    <a:lnT w="2880" cap="flat" cmpd="sng" algn="ctr">
                      <a:solidFill>
                        <a:srgbClr val="FFFFFF"/>
                      </a:solidFill>
                      <a:prstDash val="solid"/>
                      <a:round/>
                      <a:headEnd type="none" w="med" len="med"/>
                      <a:tailEnd type="none" w="med" len="med"/>
                    </a:lnT>
                    <a:lnB w="2880" cap="flat" cmpd="sng" algn="ctr">
                      <a:solidFill>
                        <a:srgbClr val="FFFFFF"/>
                      </a:solidFill>
                      <a:prstDash val="solid"/>
                      <a:round/>
                      <a:headEnd type="none" w="med" len="med"/>
                      <a:tailEnd type="none" w="med" len="med"/>
                    </a:lnB>
                    <a:lnTlToBr>
                      <a:noFill/>
                    </a:lnTlToBr>
                    <a:lnBlToTr>
                      <a:noFill/>
                    </a:lnBlToTr>
                    <a:solidFill>
                      <a:srgbClr val="DDEBCC"/>
                    </a:solidFill>
                  </a:tcPr>
                </a:tc>
                <a:tc>
                  <a:txBody>
                    <a:bodyPr/>
                    <a:lstStyle>
                      <a:lvl1pPr>
                        <a:lnSpc>
                          <a:spcPct val="90000"/>
                        </a:lnSpc>
                        <a:spcBef>
                          <a:spcPts val="102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2400">
                          <a:solidFill>
                            <a:srgbClr val="000000"/>
                          </a:solidFill>
                          <a:latin typeface="Calibri" panose="020F0502020204030204" pitchFamily="34" charset="0"/>
                          <a:ea typeface="Microsoft YaHei" panose="020B0503020204020204" pitchFamily="34" charset="-122"/>
                        </a:defRPr>
                      </a:lvl1pPr>
                      <a:lvl2pPr>
                        <a:lnSpc>
                          <a:spcPct val="90000"/>
                        </a:lnSpc>
                        <a:spcBef>
                          <a:spcPts val="52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2000">
                          <a:solidFill>
                            <a:srgbClr val="000000"/>
                          </a:solidFill>
                          <a:latin typeface="Calibri" panose="020F0502020204030204" pitchFamily="34" charset="0"/>
                          <a:ea typeface="Microsoft YaHei" panose="020B0503020204020204" pitchFamily="34" charset="-122"/>
                        </a:defRPr>
                      </a:lvl2pPr>
                      <a:lvl3pPr>
                        <a:lnSpc>
                          <a:spcPct val="90000"/>
                        </a:lnSpc>
                        <a:spcBef>
                          <a:spcPts val="52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a:solidFill>
                            <a:srgbClr val="000000"/>
                          </a:solidFill>
                          <a:latin typeface="Calibri" panose="020F0502020204030204" pitchFamily="34" charset="0"/>
                          <a:ea typeface="Microsoft YaHei" panose="020B0503020204020204" pitchFamily="34" charset="-122"/>
                        </a:defRPr>
                      </a:lvl3pPr>
                      <a:lvl4pPr>
                        <a:lnSpc>
                          <a:spcPct val="90000"/>
                        </a:lnSpc>
                        <a:spcBef>
                          <a:spcPts val="52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1600">
                          <a:solidFill>
                            <a:srgbClr val="000000"/>
                          </a:solidFill>
                          <a:latin typeface="Calibri" panose="020F0502020204030204" pitchFamily="34" charset="0"/>
                          <a:ea typeface="Microsoft YaHei" panose="020B0503020204020204" pitchFamily="34" charset="-122"/>
                        </a:defRPr>
                      </a:lvl4pPr>
                      <a:lvl5pPr>
                        <a:lnSpc>
                          <a:spcPct val="90000"/>
                        </a:lnSpc>
                        <a:spcBef>
                          <a:spcPts val="52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1600">
                          <a:solidFill>
                            <a:srgbClr val="000000"/>
                          </a:solidFill>
                          <a:latin typeface="Calibri" panose="020F0502020204030204" pitchFamily="34" charset="0"/>
                          <a:ea typeface="Microsoft YaHei" panose="020B0503020204020204" pitchFamily="34" charset="-122"/>
                        </a:defRPr>
                      </a:lvl5pPr>
                      <a:lvl6pPr marL="2514600" indent="-228600" defTabSz="457200" eaLnBrk="0" fontAlgn="base" hangingPunct="0">
                        <a:lnSpc>
                          <a:spcPct val="90000"/>
                        </a:lnSpc>
                        <a:spcBef>
                          <a:spcPts val="5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1600">
                          <a:solidFill>
                            <a:srgbClr val="000000"/>
                          </a:solidFill>
                          <a:latin typeface="Calibri" panose="020F0502020204030204" pitchFamily="34" charset="0"/>
                          <a:ea typeface="Microsoft YaHei" panose="020B0503020204020204" pitchFamily="34" charset="-122"/>
                        </a:defRPr>
                      </a:lvl6pPr>
                      <a:lvl7pPr marL="2971800" indent="-228600" defTabSz="457200" eaLnBrk="0" fontAlgn="base" hangingPunct="0">
                        <a:lnSpc>
                          <a:spcPct val="90000"/>
                        </a:lnSpc>
                        <a:spcBef>
                          <a:spcPts val="5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1600">
                          <a:solidFill>
                            <a:srgbClr val="000000"/>
                          </a:solidFill>
                          <a:latin typeface="Calibri" panose="020F0502020204030204" pitchFamily="34" charset="0"/>
                          <a:ea typeface="Microsoft YaHei" panose="020B0503020204020204" pitchFamily="34" charset="-122"/>
                        </a:defRPr>
                      </a:lvl7pPr>
                      <a:lvl8pPr marL="3429000" indent="-228600" defTabSz="457200" eaLnBrk="0" fontAlgn="base" hangingPunct="0">
                        <a:lnSpc>
                          <a:spcPct val="90000"/>
                        </a:lnSpc>
                        <a:spcBef>
                          <a:spcPts val="5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1600">
                          <a:solidFill>
                            <a:srgbClr val="000000"/>
                          </a:solidFill>
                          <a:latin typeface="Calibri" panose="020F0502020204030204" pitchFamily="34" charset="0"/>
                          <a:ea typeface="Microsoft YaHei" panose="020B0503020204020204" pitchFamily="34" charset="-122"/>
                        </a:defRPr>
                      </a:lvl8pPr>
                      <a:lvl9pPr marL="3886200" indent="-228600" defTabSz="457200" eaLnBrk="0" fontAlgn="base" hangingPunct="0">
                        <a:lnSpc>
                          <a:spcPct val="90000"/>
                        </a:lnSpc>
                        <a:spcBef>
                          <a:spcPts val="5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1600">
                          <a:solidFill>
                            <a:srgbClr val="000000"/>
                          </a:solidFill>
                          <a:latin typeface="Calibri" panose="020F0502020204030204" pitchFamily="34" charset="0"/>
                          <a:ea typeface="Microsoft YaHei" panose="020B0503020204020204" pitchFamily="34" charset="-122"/>
                        </a:defRPr>
                      </a:lvl9pPr>
                    </a:lstStyle>
                    <a:p>
                      <a:pPr marL="0" marR="0" lvl="0" indent="0" algn="just" defTabSz="457200" rtl="0" eaLnBrk="1" fontAlgn="base" latinLnBrk="0" hangingPunct="1">
                        <a:lnSpc>
                          <a:spcPct val="92000"/>
                        </a:lnSpc>
                        <a:spcBef>
                          <a:spcPts val="1200"/>
                        </a:spcBef>
                        <a:spcAft>
                          <a:spcPts val="1000"/>
                        </a:spcAft>
                        <a:buClr>
                          <a:srgbClr val="000000"/>
                        </a:buClr>
                        <a:buSzPct val="100000"/>
                        <a:buFont typeface="Times New Roman" panose="02020603050405020304"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pPr>
                      <a:r>
                        <a:rPr lang="en-IN" sz="2000" dirty="0"/>
                        <a:t>Forensic investigation techniques for mobile apps.</a:t>
                      </a:r>
                      <a:endParaRPr kumimoji="0" lang="en-IN" altLang="en-US" sz="2000" b="0" i="0" u="none" strike="noStrike" cap="none" normalizeH="0" baseline="0" dirty="0">
                        <a:ln>
                          <a:noFill/>
                        </a:ln>
                        <a:solidFill>
                          <a:srgbClr val="000000"/>
                        </a:solidFill>
                        <a:effectLst/>
                        <a:latin typeface="Arial Narrow" panose="020B0606020202030204" pitchFamily="34" charset="0"/>
                        <a:ea typeface="Microsoft YaHei" panose="020B0503020204020204" pitchFamily="34" charset="-122"/>
                      </a:endParaRPr>
                    </a:p>
                  </a:txBody>
                  <a:tcPr marL="122024" marR="122024" marT="45718" marB="45718" horzOverflow="overflow">
                    <a:lnL w="2880" cap="flat" cmpd="sng" algn="ctr">
                      <a:solidFill>
                        <a:srgbClr val="FFFFFF"/>
                      </a:solidFill>
                      <a:prstDash val="solid"/>
                      <a:round/>
                      <a:headEnd type="none" w="med" len="med"/>
                      <a:tailEnd type="none" w="med" len="med"/>
                    </a:lnL>
                    <a:lnR w="2880" cap="flat" cmpd="sng" algn="ctr">
                      <a:solidFill>
                        <a:srgbClr val="FFFFFF"/>
                      </a:solidFill>
                      <a:prstDash val="solid"/>
                      <a:round/>
                      <a:headEnd type="none" w="med" len="med"/>
                      <a:tailEnd type="none" w="med" len="med"/>
                    </a:lnR>
                    <a:lnT w="2880" cap="flat" cmpd="sng" algn="ctr">
                      <a:solidFill>
                        <a:srgbClr val="FFFFFF"/>
                      </a:solidFill>
                      <a:prstDash val="solid"/>
                      <a:round/>
                      <a:headEnd type="none" w="med" len="med"/>
                      <a:tailEnd type="none" w="med" len="med"/>
                    </a:lnT>
                    <a:lnB w="2880" cap="flat" cmpd="sng" algn="ctr">
                      <a:solidFill>
                        <a:srgbClr val="FFFFFF"/>
                      </a:solidFill>
                      <a:prstDash val="solid"/>
                      <a:round/>
                      <a:headEnd type="none" w="med" len="med"/>
                      <a:tailEnd type="none" w="med" len="med"/>
                    </a:lnB>
                    <a:lnTlToBr>
                      <a:noFill/>
                    </a:lnTlToBr>
                    <a:lnBlToTr>
                      <a:noFill/>
                    </a:lnBlToTr>
                    <a:solidFill>
                      <a:srgbClr val="DDEBCC"/>
                    </a:solidFill>
                  </a:tcPr>
                </a:tc>
                <a:tc>
                  <a:txBody>
                    <a:bodyPr/>
                    <a:lstStyle>
                      <a:lvl1pPr>
                        <a:lnSpc>
                          <a:spcPct val="90000"/>
                        </a:lnSpc>
                        <a:spcBef>
                          <a:spcPts val="102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2400">
                          <a:solidFill>
                            <a:srgbClr val="000000"/>
                          </a:solidFill>
                          <a:latin typeface="Calibri" panose="020F0502020204030204" pitchFamily="34" charset="0"/>
                          <a:ea typeface="Microsoft YaHei" panose="020B0503020204020204" pitchFamily="34" charset="-122"/>
                        </a:defRPr>
                      </a:lvl1pPr>
                      <a:lvl2pPr>
                        <a:lnSpc>
                          <a:spcPct val="90000"/>
                        </a:lnSpc>
                        <a:spcBef>
                          <a:spcPts val="52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2000">
                          <a:solidFill>
                            <a:srgbClr val="000000"/>
                          </a:solidFill>
                          <a:latin typeface="Calibri" panose="020F0502020204030204" pitchFamily="34" charset="0"/>
                          <a:ea typeface="Microsoft YaHei" panose="020B0503020204020204" pitchFamily="34" charset="-122"/>
                        </a:defRPr>
                      </a:lvl2pPr>
                      <a:lvl3pPr>
                        <a:lnSpc>
                          <a:spcPct val="90000"/>
                        </a:lnSpc>
                        <a:spcBef>
                          <a:spcPts val="52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a:solidFill>
                            <a:srgbClr val="000000"/>
                          </a:solidFill>
                          <a:latin typeface="Calibri" panose="020F0502020204030204" pitchFamily="34" charset="0"/>
                          <a:ea typeface="Microsoft YaHei" panose="020B0503020204020204" pitchFamily="34" charset="-122"/>
                        </a:defRPr>
                      </a:lvl3pPr>
                      <a:lvl4pPr>
                        <a:lnSpc>
                          <a:spcPct val="90000"/>
                        </a:lnSpc>
                        <a:spcBef>
                          <a:spcPts val="52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1600">
                          <a:solidFill>
                            <a:srgbClr val="000000"/>
                          </a:solidFill>
                          <a:latin typeface="Calibri" panose="020F0502020204030204" pitchFamily="34" charset="0"/>
                          <a:ea typeface="Microsoft YaHei" panose="020B0503020204020204" pitchFamily="34" charset="-122"/>
                        </a:defRPr>
                      </a:lvl4pPr>
                      <a:lvl5pPr>
                        <a:lnSpc>
                          <a:spcPct val="90000"/>
                        </a:lnSpc>
                        <a:spcBef>
                          <a:spcPts val="52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1600">
                          <a:solidFill>
                            <a:srgbClr val="000000"/>
                          </a:solidFill>
                          <a:latin typeface="Calibri" panose="020F0502020204030204" pitchFamily="34" charset="0"/>
                          <a:ea typeface="Microsoft YaHei" panose="020B0503020204020204" pitchFamily="34" charset="-122"/>
                        </a:defRPr>
                      </a:lvl5pPr>
                      <a:lvl6pPr marL="2514600" indent="-228600" defTabSz="457200" eaLnBrk="0" fontAlgn="base" hangingPunct="0">
                        <a:lnSpc>
                          <a:spcPct val="90000"/>
                        </a:lnSpc>
                        <a:spcBef>
                          <a:spcPts val="5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1600">
                          <a:solidFill>
                            <a:srgbClr val="000000"/>
                          </a:solidFill>
                          <a:latin typeface="Calibri" panose="020F0502020204030204" pitchFamily="34" charset="0"/>
                          <a:ea typeface="Microsoft YaHei" panose="020B0503020204020204" pitchFamily="34" charset="-122"/>
                        </a:defRPr>
                      </a:lvl6pPr>
                      <a:lvl7pPr marL="2971800" indent="-228600" defTabSz="457200" eaLnBrk="0" fontAlgn="base" hangingPunct="0">
                        <a:lnSpc>
                          <a:spcPct val="90000"/>
                        </a:lnSpc>
                        <a:spcBef>
                          <a:spcPts val="5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1600">
                          <a:solidFill>
                            <a:srgbClr val="000000"/>
                          </a:solidFill>
                          <a:latin typeface="Calibri" panose="020F0502020204030204" pitchFamily="34" charset="0"/>
                          <a:ea typeface="Microsoft YaHei" panose="020B0503020204020204" pitchFamily="34" charset="-122"/>
                        </a:defRPr>
                      </a:lvl7pPr>
                      <a:lvl8pPr marL="3429000" indent="-228600" defTabSz="457200" eaLnBrk="0" fontAlgn="base" hangingPunct="0">
                        <a:lnSpc>
                          <a:spcPct val="90000"/>
                        </a:lnSpc>
                        <a:spcBef>
                          <a:spcPts val="5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1600">
                          <a:solidFill>
                            <a:srgbClr val="000000"/>
                          </a:solidFill>
                          <a:latin typeface="Calibri" panose="020F0502020204030204" pitchFamily="34" charset="0"/>
                          <a:ea typeface="Microsoft YaHei" panose="020B0503020204020204" pitchFamily="34" charset="-122"/>
                        </a:defRPr>
                      </a:lvl8pPr>
                      <a:lvl9pPr marL="3886200" indent="-228600" defTabSz="457200" eaLnBrk="0" fontAlgn="base" hangingPunct="0">
                        <a:lnSpc>
                          <a:spcPct val="90000"/>
                        </a:lnSpc>
                        <a:spcBef>
                          <a:spcPts val="5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1600">
                          <a:solidFill>
                            <a:srgbClr val="000000"/>
                          </a:solidFill>
                          <a:latin typeface="Calibri" panose="020F0502020204030204" pitchFamily="34" charset="0"/>
                          <a:ea typeface="Microsoft YaHei" panose="020B0503020204020204" pitchFamily="34" charset="-122"/>
                        </a:defRPr>
                      </a:lvl9pPr>
                    </a:lstStyle>
                    <a:p>
                      <a:pPr marL="0" marR="0" lvl="0" indent="0" algn="just" defTabSz="457200" rtl="0" eaLnBrk="1" fontAlgn="base" latinLnBrk="0" hangingPunct="1">
                        <a:lnSpc>
                          <a:spcPct val="92000"/>
                        </a:lnSpc>
                        <a:spcBef>
                          <a:spcPts val="25"/>
                        </a:spcBef>
                        <a:spcAft>
                          <a:spcPts val="25"/>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pPr>
                      <a:r>
                        <a:rPr lang="en-GB" sz="2000" dirty="0"/>
                        <a:t>Explores legal and forensic challenges of extracting digital evidence from mobile applications.</a:t>
                      </a:r>
                      <a:endParaRPr kumimoji="0" lang="en-US" altLang="en-US" sz="2000" b="0" i="0" u="none" strike="noStrike" cap="none" normalizeH="0" baseline="0" dirty="0">
                        <a:ln>
                          <a:noFill/>
                        </a:ln>
                        <a:solidFill>
                          <a:srgbClr val="000000"/>
                        </a:solidFill>
                        <a:effectLst/>
                        <a:latin typeface="Arial Narrow" panose="020B0606020202030204" pitchFamily="34" charset="0"/>
                        <a:ea typeface="Microsoft YaHei" panose="020B0503020204020204" pitchFamily="34" charset="-122"/>
                      </a:endParaRPr>
                    </a:p>
                  </a:txBody>
                  <a:tcPr marL="122024" marR="122024" marT="45718" marB="45718" horzOverflow="overflow">
                    <a:lnL w="2880" cap="flat" cmpd="sng" algn="ctr">
                      <a:solidFill>
                        <a:srgbClr val="FFFFFF"/>
                      </a:solidFill>
                      <a:prstDash val="solid"/>
                      <a:round/>
                      <a:headEnd type="none" w="med" len="med"/>
                      <a:tailEnd type="none" w="med" len="med"/>
                    </a:lnL>
                    <a:lnR w="2880" cap="flat" cmpd="sng" algn="ctr">
                      <a:solidFill>
                        <a:srgbClr val="FFFFFF"/>
                      </a:solidFill>
                      <a:prstDash val="solid"/>
                      <a:round/>
                      <a:headEnd type="none" w="med" len="med"/>
                      <a:tailEnd type="none" w="med" len="med"/>
                    </a:lnR>
                    <a:lnT w="2880" cap="flat" cmpd="sng" algn="ctr">
                      <a:solidFill>
                        <a:srgbClr val="FFFFFF"/>
                      </a:solidFill>
                      <a:prstDash val="solid"/>
                      <a:round/>
                      <a:headEnd type="none" w="med" len="med"/>
                      <a:tailEnd type="none" w="med" len="med"/>
                    </a:lnT>
                    <a:lnB w="2880" cap="flat" cmpd="sng" algn="ctr">
                      <a:solidFill>
                        <a:srgbClr val="FFFFFF"/>
                      </a:solidFill>
                      <a:prstDash val="solid"/>
                      <a:round/>
                      <a:headEnd type="none" w="med" len="med"/>
                      <a:tailEnd type="none" w="med" len="med"/>
                    </a:lnB>
                    <a:lnTlToBr>
                      <a:noFill/>
                    </a:lnTlToBr>
                    <a:lnBlToTr>
                      <a:noFill/>
                    </a:lnBlToTr>
                    <a:solidFill>
                      <a:srgbClr val="DDEBCC"/>
                    </a:solidFill>
                  </a:tcPr>
                </a:tc>
                <a:tc>
                  <a:txBody>
                    <a:bodyPr/>
                    <a:lstStyle>
                      <a:lvl1pPr>
                        <a:lnSpc>
                          <a:spcPct val="90000"/>
                        </a:lnSpc>
                        <a:spcBef>
                          <a:spcPts val="102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2400">
                          <a:solidFill>
                            <a:srgbClr val="000000"/>
                          </a:solidFill>
                          <a:latin typeface="Calibri" panose="020F0502020204030204" pitchFamily="34" charset="0"/>
                          <a:ea typeface="Microsoft YaHei" panose="020B0503020204020204" pitchFamily="34" charset="-122"/>
                        </a:defRPr>
                      </a:lvl1pPr>
                      <a:lvl2pPr>
                        <a:lnSpc>
                          <a:spcPct val="90000"/>
                        </a:lnSpc>
                        <a:spcBef>
                          <a:spcPts val="52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2000">
                          <a:solidFill>
                            <a:srgbClr val="000000"/>
                          </a:solidFill>
                          <a:latin typeface="Calibri" panose="020F0502020204030204" pitchFamily="34" charset="0"/>
                          <a:ea typeface="Microsoft YaHei" panose="020B0503020204020204" pitchFamily="34" charset="-122"/>
                        </a:defRPr>
                      </a:lvl2pPr>
                      <a:lvl3pPr>
                        <a:lnSpc>
                          <a:spcPct val="90000"/>
                        </a:lnSpc>
                        <a:spcBef>
                          <a:spcPts val="52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a:solidFill>
                            <a:srgbClr val="000000"/>
                          </a:solidFill>
                          <a:latin typeface="Calibri" panose="020F0502020204030204" pitchFamily="34" charset="0"/>
                          <a:ea typeface="Microsoft YaHei" panose="020B0503020204020204" pitchFamily="34" charset="-122"/>
                        </a:defRPr>
                      </a:lvl3pPr>
                      <a:lvl4pPr>
                        <a:lnSpc>
                          <a:spcPct val="90000"/>
                        </a:lnSpc>
                        <a:spcBef>
                          <a:spcPts val="52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1600">
                          <a:solidFill>
                            <a:srgbClr val="000000"/>
                          </a:solidFill>
                          <a:latin typeface="Calibri" panose="020F0502020204030204" pitchFamily="34" charset="0"/>
                          <a:ea typeface="Microsoft YaHei" panose="020B0503020204020204" pitchFamily="34" charset="-122"/>
                        </a:defRPr>
                      </a:lvl4pPr>
                      <a:lvl5pPr>
                        <a:lnSpc>
                          <a:spcPct val="90000"/>
                        </a:lnSpc>
                        <a:spcBef>
                          <a:spcPts val="52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1600">
                          <a:solidFill>
                            <a:srgbClr val="000000"/>
                          </a:solidFill>
                          <a:latin typeface="Calibri" panose="020F0502020204030204" pitchFamily="34" charset="0"/>
                          <a:ea typeface="Microsoft YaHei" panose="020B0503020204020204" pitchFamily="34" charset="-122"/>
                        </a:defRPr>
                      </a:lvl5pPr>
                      <a:lvl6pPr marL="2514600" indent="-228600" defTabSz="457200" eaLnBrk="0" fontAlgn="base" hangingPunct="0">
                        <a:lnSpc>
                          <a:spcPct val="90000"/>
                        </a:lnSpc>
                        <a:spcBef>
                          <a:spcPts val="5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1600">
                          <a:solidFill>
                            <a:srgbClr val="000000"/>
                          </a:solidFill>
                          <a:latin typeface="Calibri" panose="020F0502020204030204" pitchFamily="34" charset="0"/>
                          <a:ea typeface="Microsoft YaHei" panose="020B0503020204020204" pitchFamily="34" charset="-122"/>
                        </a:defRPr>
                      </a:lvl6pPr>
                      <a:lvl7pPr marL="2971800" indent="-228600" defTabSz="457200" eaLnBrk="0" fontAlgn="base" hangingPunct="0">
                        <a:lnSpc>
                          <a:spcPct val="90000"/>
                        </a:lnSpc>
                        <a:spcBef>
                          <a:spcPts val="5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1600">
                          <a:solidFill>
                            <a:srgbClr val="000000"/>
                          </a:solidFill>
                          <a:latin typeface="Calibri" panose="020F0502020204030204" pitchFamily="34" charset="0"/>
                          <a:ea typeface="Microsoft YaHei" panose="020B0503020204020204" pitchFamily="34" charset="-122"/>
                        </a:defRPr>
                      </a:lvl7pPr>
                      <a:lvl8pPr marL="3429000" indent="-228600" defTabSz="457200" eaLnBrk="0" fontAlgn="base" hangingPunct="0">
                        <a:lnSpc>
                          <a:spcPct val="90000"/>
                        </a:lnSpc>
                        <a:spcBef>
                          <a:spcPts val="5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1600">
                          <a:solidFill>
                            <a:srgbClr val="000000"/>
                          </a:solidFill>
                          <a:latin typeface="Calibri" panose="020F0502020204030204" pitchFamily="34" charset="0"/>
                          <a:ea typeface="Microsoft YaHei" panose="020B0503020204020204" pitchFamily="34" charset="-122"/>
                        </a:defRPr>
                      </a:lvl8pPr>
                      <a:lvl9pPr marL="3886200" indent="-228600" defTabSz="457200" eaLnBrk="0" fontAlgn="base" hangingPunct="0">
                        <a:lnSpc>
                          <a:spcPct val="90000"/>
                        </a:lnSpc>
                        <a:spcBef>
                          <a:spcPts val="5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defRPr sz="1600">
                          <a:solidFill>
                            <a:srgbClr val="000000"/>
                          </a:solidFill>
                          <a:latin typeface="Calibri" panose="020F0502020204030204" pitchFamily="34" charset="0"/>
                          <a:ea typeface="Microsoft YaHei" panose="020B0503020204020204" pitchFamily="34" charset="-122"/>
                        </a:defRPr>
                      </a:lvl9pPr>
                    </a:lstStyle>
                    <a:p>
                      <a:pPr marL="0" marR="0" lvl="0" indent="0" algn="l" defTabSz="457200" rtl="0" eaLnBrk="1" fontAlgn="base" latinLnBrk="0" hangingPunct="1">
                        <a:lnSpc>
                          <a:spcPct val="92000"/>
                        </a:lnSpc>
                        <a:spcBef>
                          <a:spcPts val="25"/>
                        </a:spcBef>
                        <a:spcAft>
                          <a:spcPts val="25"/>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Lst>
                      </a:pPr>
                      <a:r>
                        <a:rPr lang="en-GB" sz="2000" dirty="0"/>
                        <a:t>Challenges in addressing diverse application types and legal constraints.</a:t>
                      </a:r>
                      <a:endParaRPr kumimoji="0" lang="en-US" altLang="en-US" sz="2000" b="0" i="0" u="none" strike="noStrike" cap="none" normalizeH="0" baseline="0" dirty="0">
                        <a:ln>
                          <a:noFill/>
                        </a:ln>
                        <a:solidFill>
                          <a:srgbClr val="000000"/>
                        </a:solidFill>
                        <a:effectLst/>
                        <a:latin typeface="Arial Narrow" panose="020B0606020202030204" pitchFamily="34" charset="0"/>
                        <a:ea typeface="Microsoft YaHei" panose="020B0503020204020204" pitchFamily="34" charset="-122"/>
                      </a:endParaRPr>
                    </a:p>
                  </a:txBody>
                  <a:tcPr marL="122024" marR="122024" marT="45718" marB="45718" horzOverflow="overflow">
                    <a:lnL w="2880" cap="flat" cmpd="sng" algn="ctr">
                      <a:solidFill>
                        <a:srgbClr val="FFFFFF"/>
                      </a:solidFill>
                      <a:prstDash val="solid"/>
                      <a:round/>
                      <a:headEnd type="none" w="med" len="med"/>
                      <a:tailEnd type="none" w="med" len="med"/>
                    </a:lnL>
                    <a:lnR w="2880" cap="flat" cmpd="sng" algn="ctr">
                      <a:solidFill>
                        <a:srgbClr val="FFFFFF"/>
                      </a:solidFill>
                      <a:prstDash val="solid"/>
                      <a:round/>
                      <a:headEnd type="none" w="med" len="med"/>
                      <a:tailEnd type="none" w="med" len="med"/>
                    </a:lnR>
                    <a:lnT w="9360" cap="flat" cmpd="sng" algn="ctr">
                      <a:solidFill>
                        <a:srgbClr val="FFFFFF"/>
                      </a:solidFill>
                      <a:prstDash val="solid"/>
                      <a:round/>
                      <a:headEnd type="none" w="med" len="med"/>
                      <a:tailEnd type="none" w="med" len="med"/>
                    </a:lnT>
                    <a:lnB w="2880" cap="flat" cmpd="sng" algn="ctr">
                      <a:solidFill>
                        <a:srgbClr val="FFFFFF"/>
                      </a:solidFill>
                      <a:prstDash val="solid"/>
                      <a:round/>
                      <a:headEnd type="none" w="med" len="med"/>
                      <a:tailEnd type="none" w="med" len="med"/>
                    </a:lnB>
                    <a:lnTlToBr>
                      <a:noFill/>
                    </a:lnTlToBr>
                    <a:lnBlToTr>
                      <a:noFill/>
                    </a:lnBlToTr>
                    <a:solidFill>
                      <a:srgbClr val="DDEBCC"/>
                    </a:solidFill>
                  </a:tcPr>
                </a:tc>
              </a:tr>
            </a:tbl>
          </a:graphicData>
        </a:graphic>
      </p:graphicFrame>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ctrTitle"/>
          </p:nvPr>
        </p:nvSpPr>
        <p:spPr>
          <a:xfrm>
            <a:off x="2705100" y="3376613"/>
            <a:ext cx="7023100" cy="806450"/>
          </a:xfrm>
        </p:spPr>
        <p:txBody>
          <a:bodyPr vert="horz" wrap="square" lIns="91440" tIns="45720" rIns="91440" bIns="45720" numCol="1" rtlCol="0" anchor="b" anchorCtr="0" compatLnSpc="1">
            <a:normAutofit fontScale="90000"/>
          </a:body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en-IN" sz="6000" b="1" i="0" u="none" strike="noStrike" kern="1200" cap="none" spc="0" normalizeH="0" baseline="0" noProof="0" dirty="0">
                <a:ln>
                  <a:noFill/>
                </a:ln>
                <a:solidFill>
                  <a:srgbClr val="FF0000"/>
                </a:solidFill>
                <a:effectLst/>
                <a:uLnTx/>
                <a:uFillTx/>
                <a:latin typeface="+mj-lt"/>
                <a:ea typeface="+mj-ea"/>
                <a:cs typeface="+mj-cs"/>
              </a:rPr>
              <a:t>Architecture Diagram </a:t>
            </a:r>
            <a:br>
              <a:rPr kumimoji="0" lang="en-IN" sz="6000" b="1" i="0" u="none" strike="noStrike" kern="1200" cap="none" spc="0" normalizeH="0" baseline="0" noProof="0" dirty="0">
                <a:ln>
                  <a:noFill/>
                </a:ln>
                <a:solidFill>
                  <a:srgbClr val="FF0000"/>
                </a:solidFill>
                <a:effectLst/>
                <a:uLnTx/>
                <a:uFillTx/>
                <a:latin typeface="+mj-lt"/>
                <a:ea typeface="+mj-ea"/>
                <a:cs typeface="+mj-cs"/>
              </a:rPr>
            </a:br>
            <a:r>
              <a:rPr kumimoji="0" lang="en-IN" sz="6000" b="1" i="0" u="none" strike="noStrike" kern="1200" cap="none" spc="0" normalizeH="0" baseline="0" noProof="0" dirty="0">
                <a:ln>
                  <a:noFill/>
                </a:ln>
                <a:solidFill>
                  <a:srgbClr val="FF0000"/>
                </a:solidFill>
                <a:effectLst/>
                <a:uLnTx/>
                <a:uFillTx/>
                <a:latin typeface="+mj-lt"/>
                <a:ea typeface="+mj-ea"/>
                <a:cs typeface="+mj-cs"/>
              </a:rPr>
              <a:t>or </a:t>
            </a:r>
            <a:br>
              <a:rPr kumimoji="0" lang="en-IN" sz="6000" b="1" i="0" u="none" strike="noStrike" kern="1200" cap="none" spc="0" normalizeH="0" baseline="0" noProof="0" dirty="0">
                <a:ln>
                  <a:noFill/>
                </a:ln>
                <a:solidFill>
                  <a:srgbClr val="FF0000"/>
                </a:solidFill>
                <a:effectLst/>
                <a:uLnTx/>
                <a:uFillTx/>
                <a:latin typeface="+mj-lt"/>
                <a:ea typeface="+mj-ea"/>
                <a:cs typeface="+mj-cs"/>
              </a:rPr>
            </a:br>
            <a:r>
              <a:rPr kumimoji="0" lang="en-IN" sz="6000" b="1" i="0" u="none" strike="noStrike" kern="1200" cap="none" spc="0" normalizeH="0" baseline="0" noProof="0" dirty="0">
                <a:ln>
                  <a:noFill/>
                </a:ln>
                <a:solidFill>
                  <a:srgbClr val="FF0000"/>
                </a:solidFill>
                <a:effectLst/>
                <a:uLnTx/>
                <a:uFillTx/>
                <a:latin typeface="+mj-lt"/>
                <a:ea typeface="+mj-ea"/>
                <a:cs typeface="+mj-cs"/>
              </a:rPr>
              <a:t>System Diagram</a:t>
            </a:r>
            <a:endParaRPr kumimoji="0" lang="en-IN" sz="6000" b="1" i="0" u="none" strike="noStrike" kern="1200" cap="none" spc="0" normalizeH="0" baseline="0" noProof="0" dirty="0">
              <a:ln>
                <a:noFill/>
              </a:ln>
              <a:solidFill>
                <a:srgbClr val="FF0000"/>
              </a:solidFill>
              <a:effectLst/>
              <a:uLnTx/>
              <a:uFillTx/>
              <a:latin typeface="+mj-lt"/>
              <a:ea typeface="+mj-ea"/>
              <a:cs typeface="+mj-c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Title 1"/>
          <p:cNvSpPr>
            <a:spLocks noGrp="1"/>
          </p:cNvSpPr>
          <p:nvPr>
            <p:ph type="title"/>
          </p:nvPr>
        </p:nvSpPr>
        <p:spPr>
          <a:xfrm>
            <a:off x="838200" y="365125"/>
            <a:ext cx="10515600" cy="727075"/>
          </a:xfrm>
          <a:ln/>
        </p:spPr>
        <p:txBody>
          <a:bodyPr vert="horz" wrap="square" lIns="91440" tIns="45720" rIns="91440" bIns="45720" anchor="ctr" anchorCtr="0"/>
          <a:p>
            <a:pPr eaLnBrk="1" hangingPunct="1"/>
            <a:r>
              <a:rPr lang="en-IN" altLang="en-US" b="1" dirty="0">
                <a:solidFill>
                  <a:srgbClr val="FF0000"/>
                </a:solidFill>
              </a:rPr>
              <a:t>System Architecture </a:t>
            </a:r>
            <a:endParaRPr lang="en-IN" altLang="en-US" b="1" dirty="0">
              <a:solidFill>
                <a:srgbClr val="FF0000"/>
              </a:solidFill>
            </a:endParaRPr>
          </a:p>
        </p:txBody>
      </p:sp>
      <p:sp>
        <p:nvSpPr>
          <p:cNvPr id="16387" name="Content Placeholder 2"/>
          <p:cNvSpPr>
            <a:spLocks noGrp="1"/>
          </p:cNvSpPr>
          <p:nvPr>
            <p:ph idx="1"/>
          </p:nvPr>
        </p:nvSpPr>
        <p:spPr>
          <a:xfrm>
            <a:off x="838200" y="1270000"/>
            <a:ext cx="10515600" cy="4906963"/>
          </a:xfrm>
          <a:ln/>
        </p:spPr>
        <p:txBody>
          <a:bodyPr vert="horz" wrap="square" lIns="91440" tIns="45720" rIns="91440" bIns="45720" anchor="t" anchorCtr="0"/>
          <a:p>
            <a:pPr eaLnBrk="1" hangingPunct="1"/>
            <a:endParaRPr lang="en-IN"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ctrTitle"/>
          </p:nvPr>
        </p:nvSpPr>
        <p:spPr>
          <a:xfrm>
            <a:off x="2768600" y="2806700"/>
            <a:ext cx="6858000" cy="1270000"/>
          </a:xfrm>
        </p:spPr>
        <p:txBody>
          <a:bodyPr vert="horz" wrap="square" lIns="91440" tIns="45720" rIns="91440" bIns="45720" numCol="1" rtlCol="0" anchor="b" anchorCtr="0" compatLnSpc="1">
            <a:normAutofit fontScale="90000"/>
          </a:body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en-IN" sz="6000" b="1" i="0" u="none" strike="noStrike" kern="1200" cap="none" spc="0" normalizeH="0" baseline="0" noProof="0" dirty="0">
                <a:ln>
                  <a:noFill/>
                </a:ln>
                <a:solidFill>
                  <a:srgbClr val="FF0000"/>
                </a:solidFill>
                <a:effectLst/>
                <a:uLnTx/>
                <a:uFillTx/>
                <a:latin typeface="+mj-lt"/>
                <a:ea typeface="+mj-ea"/>
                <a:cs typeface="+mj-cs"/>
              </a:rPr>
              <a:t>Technical Requirements Specifications</a:t>
            </a:r>
            <a:endParaRPr kumimoji="0" lang="en-IN" sz="6000" b="1" i="0" u="none" strike="noStrike" kern="1200" cap="none" spc="0" normalizeH="0" baseline="0" noProof="0" dirty="0">
              <a:ln>
                <a:noFill/>
              </a:ln>
              <a:solidFill>
                <a:srgbClr val="FF0000"/>
              </a:solidFill>
              <a:effectLst/>
              <a:uLnTx/>
              <a:uFillTx/>
              <a:latin typeface="+mj-lt"/>
              <a:ea typeface="+mj-ea"/>
              <a:cs typeface="+mj-c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Title 1"/>
          <p:cNvSpPr>
            <a:spLocks noGrp="1"/>
          </p:cNvSpPr>
          <p:nvPr>
            <p:ph type="title"/>
          </p:nvPr>
        </p:nvSpPr>
        <p:spPr>
          <a:xfrm>
            <a:off x="838200" y="457200"/>
            <a:ext cx="10515600" cy="865188"/>
          </a:xfrm>
          <a:ln/>
        </p:spPr>
        <p:txBody>
          <a:bodyPr vert="horz" wrap="square" lIns="91440" tIns="45720" rIns="91440" bIns="45720" anchor="ctr" anchorCtr="0"/>
          <a:p>
            <a:pPr eaLnBrk="1" hangingPunct="1"/>
            <a:r>
              <a:rPr lang="en-IN" altLang="en-US" b="1" dirty="0">
                <a:solidFill>
                  <a:srgbClr val="C00000"/>
                </a:solidFill>
              </a:rPr>
              <a:t>Software</a:t>
            </a:r>
            <a:r>
              <a:rPr lang="en-IN" altLang="en-US" dirty="0">
                <a:solidFill>
                  <a:srgbClr val="C00000"/>
                </a:solidFill>
              </a:rPr>
              <a:t> </a:t>
            </a:r>
            <a:r>
              <a:rPr lang="en-IN" altLang="en-US" b="1" dirty="0">
                <a:solidFill>
                  <a:srgbClr val="C00000"/>
                </a:solidFill>
              </a:rPr>
              <a:t>Requirement Specifications (SRS)</a:t>
            </a:r>
            <a:endParaRPr lang="en-IN" altLang="en-US" b="1" dirty="0">
              <a:solidFill>
                <a:srgbClr val="C00000"/>
              </a:solidFill>
            </a:endParaRPr>
          </a:p>
        </p:txBody>
      </p:sp>
      <p:sp>
        <p:nvSpPr>
          <p:cNvPr id="14339" name="Content Placeholder 2"/>
          <p:cNvSpPr>
            <a:spLocks noGrp="1"/>
          </p:cNvSpPr>
          <p:nvPr>
            <p:ph idx="1"/>
          </p:nvPr>
        </p:nvSpPr>
        <p:spPr>
          <a:xfrm>
            <a:off x="838200" y="1322388"/>
            <a:ext cx="10515600" cy="4854575"/>
          </a:xfrm>
        </p:spPr>
        <p:txBody>
          <a:bodyPr vert="horz" wrap="square" lIns="91440" tIns="45720" rIns="91440" bIns="45720" numCol="1" anchor="t" anchorCtr="0" compatLnSpc="1"/>
          <a:lstStyle/>
          <a:p>
            <a:pPr marL="342900" marR="0" lvl="0" indent="-342900" algn="l" defTabSz="914400" rtl="0" eaLnBrk="0" fontAlgn="base" latinLnBrk="0" hangingPunct="0">
              <a:lnSpc>
                <a:spcPct val="150000"/>
              </a:lnSpc>
              <a:spcBef>
                <a:spcPts val="1000"/>
              </a:spcBef>
              <a:spcAft>
                <a:spcPts val="1000"/>
              </a:spcAft>
              <a:buClrTx/>
              <a:buSzTx/>
              <a:buFont typeface="Times New Roman" panose="02020603050405020304" pitchFamily="18" charset="0"/>
              <a:buChar char="•"/>
              <a:defRPr/>
            </a:pPr>
            <a:r>
              <a:rPr kumimoji="0" lang="en-GB" sz="2800" b="1" i="0" u="none" strike="noStrike" kern="1200" cap="none" spc="-10" normalizeH="0" baseline="0" noProof="0" dirty="0">
                <a:ln>
                  <a:noFill/>
                </a:ln>
                <a:solidFill>
                  <a:schemeClr val="tx1"/>
                </a:solidFill>
                <a:effectLst/>
                <a:uLnTx/>
                <a:uFillTx/>
                <a:latin typeface="Times New Roman" panose="02020603050405020304" pitchFamily="18" charset="0"/>
                <a:ea typeface="SimSun" panose="02010600030101010101" pitchFamily="2" charset="-122"/>
                <a:cs typeface="Times New Roman" panose="02020603050405020304" pitchFamily="18" charset="0"/>
              </a:rPr>
              <a:t>Operating System:</a:t>
            </a:r>
            <a:r>
              <a:rPr kumimoji="0" lang="en-GB" sz="2800" b="1" i="0" u="none" strike="noStrike" kern="1200" cap="none" spc="-10" normalizeH="0" baseline="0" noProof="0" dirty="0">
                <a:ln>
                  <a:noFill/>
                </a:ln>
                <a:solidFill>
                  <a:schemeClr val="tx1"/>
                </a:solidFill>
                <a:effectLst/>
                <a:uLnTx/>
                <a:uFillTx/>
                <a:latin typeface="Calibri" panose="020F0502020204030204" pitchFamily="34" charset="0"/>
                <a:ea typeface="SimSun" panose="02010600030101010101" pitchFamily="2" charset="-122"/>
                <a:cs typeface="Times New Roman" panose="02020603050405020304" pitchFamily="18" charset="0"/>
              </a:rPr>
              <a:t> </a:t>
            </a:r>
            <a:r>
              <a:rPr kumimoji="0" lang="en-GB" sz="2800" b="0" i="0" u="none" strike="noStrike" kern="1200" cap="none" spc="-10" normalizeH="0" baseline="0" noProof="0" dirty="0">
                <a:ln>
                  <a:noFill/>
                </a:ln>
                <a:solidFill>
                  <a:schemeClr val="tx1"/>
                </a:solidFill>
                <a:effectLst/>
                <a:uLnTx/>
                <a:uFillTx/>
                <a:latin typeface="Times New Roman" panose="02020603050405020304" pitchFamily="18" charset="0"/>
                <a:ea typeface="SimSun" panose="02010600030101010101" pitchFamily="2" charset="-122"/>
                <a:cs typeface="Times New Roman" panose="02020603050405020304" pitchFamily="18" charset="0"/>
              </a:rPr>
              <a:t>Windows 8  or above</a:t>
            </a:r>
            <a:endParaRPr kumimoji="0" lang="en-GB" sz="2800" b="0" i="0" u="none" strike="noStrike" kern="1200" cap="none" spc="-10" normalizeH="0" baseline="0" noProof="0" dirty="0">
              <a:ln>
                <a:noFill/>
              </a:ln>
              <a:solidFill>
                <a:schemeClr val="tx1"/>
              </a:solidFill>
              <a:effectLst/>
              <a:uLnTx/>
              <a:uFillTx/>
              <a:latin typeface="Calibri" panose="020F0502020204030204" pitchFamily="34" charset="0"/>
              <a:ea typeface="SimSun" panose="02010600030101010101" pitchFamily="2" charset="-122"/>
              <a:cs typeface="Times New Roman" panose="02020603050405020304" pitchFamily="18" charset="0"/>
            </a:endParaRPr>
          </a:p>
          <a:p>
            <a:pPr marL="342900" marR="0" lvl="0" indent="-342900" algn="l" defTabSz="914400" rtl="0" eaLnBrk="0" fontAlgn="base" latinLnBrk="0" hangingPunct="0">
              <a:lnSpc>
                <a:spcPct val="150000"/>
              </a:lnSpc>
              <a:spcBef>
                <a:spcPts val="690"/>
              </a:spcBef>
              <a:spcAft>
                <a:spcPts val="1000"/>
              </a:spcAft>
              <a:buClrTx/>
              <a:buSzTx/>
              <a:buFont typeface="Times New Roman" panose="02020603050405020304" pitchFamily="18" charset="0"/>
              <a:buChar char="•"/>
              <a:defRPr/>
            </a:pPr>
            <a:r>
              <a:rPr kumimoji="0" lang="en-GB" sz="2800" b="1" i="0" u="none" strike="noStrike" kern="1200" cap="none" spc="-10" normalizeH="0" baseline="0" noProof="0" dirty="0">
                <a:ln>
                  <a:noFill/>
                </a:ln>
                <a:solidFill>
                  <a:schemeClr val="tx1"/>
                </a:solidFill>
                <a:effectLst/>
                <a:uLnTx/>
                <a:uFillTx/>
                <a:latin typeface="Times New Roman" panose="02020603050405020304" pitchFamily="18" charset="0"/>
                <a:ea typeface="SimSun" panose="02010600030101010101" pitchFamily="2" charset="-122"/>
                <a:cs typeface="Times New Roman" panose="02020603050405020304" pitchFamily="18" charset="0"/>
              </a:rPr>
              <a:t>Coding Language</a:t>
            </a:r>
            <a:r>
              <a:rPr kumimoji="0" lang="en-GB" sz="2800" b="0" i="0" u="none" strike="noStrike" kern="1200" cap="none" spc="-10" normalizeH="0" baseline="0" noProof="0" dirty="0">
                <a:ln>
                  <a:noFill/>
                </a:ln>
                <a:solidFill>
                  <a:schemeClr val="tx1"/>
                </a:solidFill>
                <a:effectLst/>
                <a:uLnTx/>
                <a:uFillTx/>
                <a:latin typeface="Times New Roman" panose="02020603050405020304" pitchFamily="18" charset="0"/>
                <a:ea typeface="SimSun" panose="02010600030101010101" pitchFamily="2" charset="-122"/>
                <a:cs typeface="Times New Roman" panose="02020603050405020304" pitchFamily="18" charset="0"/>
              </a:rPr>
              <a:t>: </a:t>
            </a:r>
            <a:r>
              <a:rPr kumimoji="0" lang="en-GB" sz="2800" b="0" i="0" u="none" strike="noStrike" kern="1200" cap="none" spc="-10" normalizeH="0" baseline="0" noProof="0" dirty="0">
                <a:ln>
                  <a:noFill/>
                </a:ln>
                <a:solidFill>
                  <a:schemeClr val="tx1"/>
                </a:solidFill>
                <a:effectLst/>
                <a:uLnTx/>
                <a:uFillTx/>
                <a:latin typeface="Calibri" panose="020F0502020204030204" pitchFamily="34" charset="0"/>
                <a:ea typeface="SimSun" panose="02010600030101010101" pitchFamily="2" charset="-122"/>
                <a:cs typeface="Times New Roman" panose="02020603050405020304" pitchFamily="18" charset="0"/>
              </a:rPr>
              <a:t> </a:t>
            </a:r>
            <a:r>
              <a:rPr kumimoji="0" lang="en-GB" sz="2800" b="0" i="0" u="none" strike="noStrike" kern="1200" cap="none" spc="-10" normalizeH="0" baseline="0" noProof="0" dirty="0">
                <a:ln>
                  <a:noFill/>
                </a:ln>
                <a:solidFill>
                  <a:schemeClr val="tx1"/>
                </a:solidFill>
                <a:effectLst/>
                <a:uLnTx/>
                <a:uFillTx/>
                <a:latin typeface="Times New Roman" panose="02020603050405020304" pitchFamily="18" charset="0"/>
                <a:ea typeface="SimSun" panose="02010600030101010101" pitchFamily="2" charset="-122"/>
                <a:cs typeface="Times New Roman" panose="02020603050405020304" pitchFamily="18" charset="0"/>
              </a:rPr>
              <a:t>Python 3.7</a:t>
            </a:r>
            <a:r>
              <a:rPr kumimoji="0" lang="en-GB" sz="2800" b="0" i="0" u="none" strike="noStrike" kern="1200" cap="none" spc="-10" normalizeH="0" baseline="0" noProof="0" dirty="0">
                <a:ln>
                  <a:noFill/>
                </a:ln>
                <a:solidFill>
                  <a:schemeClr val="tx1"/>
                </a:solidFill>
                <a:effectLst/>
                <a:uLnTx/>
                <a:uFillTx/>
                <a:latin typeface="Calibri" panose="020F0502020204030204" pitchFamily="34" charset="0"/>
                <a:ea typeface="SimSun" panose="02010600030101010101" pitchFamily="2" charset="-122"/>
                <a:cs typeface="Times New Roman" panose="02020603050405020304" pitchFamily="18" charset="0"/>
              </a:rPr>
              <a:t> </a:t>
            </a:r>
            <a:endParaRPr kumimoji="0" lang="en-GB" sz="2800" b="0" i="0" u="none" strike="noStrike" kern="1200" cap="none" spc="-10" normalizeH="0" baseline="0" noProof="0" dirty="0">
              <a:ln>
                <a:noFill/>
              </a:ln>
              <a:solidFill>
                <a:schemeClr val="tx1"/>
              </a:solidFill>
              <a:effectLst/>
              <a:uLnTx/>
              <a:uFillTx/>
              <a:latin typeface="Calibri" panose="020F0502020204030204" pitchFamily="34" charset="0"/>
              <a:ea typeface="SimSun" panose="02010600030101010101" pitchFamily="2" charset="-122"/>
              <a:cs typeface="Times New Roman" panose="02020603050405020304" pitchFamily="18" charset="0"/>
            </a:endParaRPr>
          </a:p>
          <a:p>
            <a:pPr marL="228600" marR="0" lvl="0" indent="-228600" algn="l" defTabSz="914400" rtl="0" eaLnBrk="1" fontAlgn="base" latinLnBrk="0" hangingPunct="1">
              <a:lnSpc>
                <a:spcPct val="90000"/>
              </a:lnSpc>
              <a:spcBef>
                <a:spcPts val="1000"/>
              </a:spcBef>
              <a:spcAft>
                <a:spcPct val="0"/>
              </a:spcAft>
              <a:buClrTx/>
              <a:buSzTx/>
              <a:buFont typeface="Arial" panose="020B0604020202020204" pitchFamily="34" charset="0"/>
              <a:buChar char="•"/>
              <a:defRPr/>
            </a:pPr>
            <a:endParaRPr kumimoji="0" lang="en-IN" altLang="en-US" sz="28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Title 1"/>
          <p:cNvSpPr>
            <a:spLocks noGrp="1"/>
          </p:cNvSpPr>
          <p:nvPr>
            <p:ph type="title"/>
          </p:nvPr>
        </p:nvSpPr>
        <p:spPr>
          <a:xfrm>
            <a:off x="838200" y="495300"/>
            <a:ext cx="10515600" cy="801688"/>
          </a:xfrm>
          <a:ln/>
        </p:spPr>
        <p:txBody>
          <a:bodyPr vert="horz" wrap="square" lIns="91440" tIns="45720" rIns="91440" bIns="45720" anchor="ctr" anchorCtr="0"/>
          <a:p>
            <a:pPr eaLnBrk="1" hangingPunct="1"/>
            <a:r>
              <a:rPr lang="en-IN" altLang="en-US" b="1" dirty="0">
                <a:solidFill>
                  <a:srgbClr val="C00000"/>
                </a:solidFill>
              </a:rPr>
              <a:t>Hardware Requirement Specifications</a:t>
            </a:r>
            <a:endParaRPr lang="en-IN" altLang="en-US" b="1" dirty="0">
              <a:solidFill>
                <a:srgbClr val="C00000"/>
              </a:solidFill>
            </a:endParaRPr>
          </a:p>
        </p:txBody>
      </p:sp>
      <p:sp>
        <p:nvSpPr>
          <p:cNvPr id="15363" name="Content Placeholder 2"/>
          <p:cNvSpPr>
            <a:spLocks noGrp="1"/>
          </p:cNvSpPr>
          <p:nvPr>
            <p:ph idx="1"/>
          </p:nvPr>
        </p:nvSpPr>
        <p:spPr>
          <a:xfrm>
            <a:off x="838200" y="1473200"/>
            <a:ext cx="10515600" cy="4703763"/>
          </a:xfrm>
        </p:spPr>
        <p:txBody>
          <a:bodyPr vert="horz" wrap="square" lIns="91440" tIns="45720" rIns="91440" bIns="45720" numCol="1" anchor="t" anchorCtr="0" compatLnSpc="1"/>
          <a:lstStyle/>
          <a:p>
            <a:pPr marL="179705" marR="0" lvl="0" indent="-228600" algn="l" defTabSz="914400" rtl="0" eaLnBrk="0" fontAlgn="base" latinLnBrk="0" hangingPunct="0">
              <a:lnSpc>
                <a:spcPct val="114000"/>
              </a:lnSpc>
              <a:spcBef>
                <a:spcPts val="1000"/>
              </a:spcBef>
              <a:spcAft>
                <a:spcPts val="600"/>
              </a:spcAft>
              <a:buClrTx/>
              <a:buSzTx/>
              <a:buFont typeface="Arial" panose="020B0604020202020204" pitchFamily="34" charset="0"/>
              <a:buChar char="•"/>
              <a:defRPr/>
            </a:pPr>
            <a:endParaRPr kumimoji="0" lang="en-IN" sz="1800" b="0" i="0" u="none" strike="noStrike" kern="1200" cap="none" spc="0" normalizeH="0" baseline="0" noProof="0" dirty="0">
              <a:ln>
                <a:noFill/>
              </a:ln>
              <a:solidFill>
                <a:schemeClr val="tx1"/>
              </a:solidFill>
              <a:effectLst/>
              <a:uLnTx/>
              <a:uFillTx/>
              <a:latin typeface="Calibri" panose="020F0502020204030204" pitchFamily="34" charset="0"/>
              <a:ea typeface="SimSun" panose="02010600030101010101" pitchFamily="2" charset="-122"/>
              <a:cs typeface="Times New Roman" panose="02020603050405020304" pitchFamily="18" charset="0"/>
            </a:endParaRPr>
          </a:p>
          <a:p>
            <a:pPr marL="342900" marR="0" lvl="0" indent="-342900" algn="just" defTabSz="914400" rtl="0" eaLnBrk="0" fontAlgn="base" latinLnBrk="0" hangingPunct="0">
              <a:lnSpc>
                <a:spcPct val="150000"/>
              </a:lnSpc>
              <a:spcBef>
                <a:spcPts val="1000"/>
              </a:spcBef>
              <a:spcAft>
                <a:spcPts val="600"/>
              </a:spcAft>
              <a:buClrTx/>
              <a:buSzTx/>
              <a:buFont typeface="Times New Roman" panose="02020603050405020304" pitchFamily="18" charset="0"/>
              <a:buChar char="•"/>
              <a:defRPr/>
            </a:pPr>
            <a:r>
              <a:rPr kumimoji="0" lang="en-IN" sz="3200" b="0" i="0" u="none" strike="noStrike" kern="1200" cap="none" spc="0" normalizeH="0" baseline="0" noProof="0" dirty="0">
                <a:ln>
                  <a:noFill/>
                </a:ln>
                <a:solidFill>
                  <a:schemeClr val="tx1"/>
                </a:solidFill>
                <a:effectLst/>
                <a:uLnTx/>
                <a:uFillTx/>
                <a:latin typeface="Times New Roman" panose="02020603050405020304" pitchFamily="18" charset="0"/>
                <a:ea typeface="SimSun" panose="02010600030101010101" pitchFamily="2" charset="-122"/>
                <a:cs typeface="Times New Roman" panose="02020603050405020304" pitchFamily="18" charset="0"/>
              </a:rPr>
              <a:t>System		  :     i3 or Above.</a:t>
            </a:r>
            <a:endParaRPr kumimoji="0" lang="en-IN" sz="3200" b="0" i="0" u="none" strike="noStrike" kern="1200" cap="none" spc="0" normalizeH="0" baseline="0" noProof="0" dirty="0">
              <a:ln>
                <a:noFill/>
              </a:ln>
              <a:solidFill>
                <a:schemeClr val="tx1"/>
              </a:solidFill>
              <a:effectLst/>
              <a:uLnTx/>
              <a:uFillTx/>
              <a:latin typeface="Calibri" panose="020F0502020204030204" pitchFamily="34" charset="0"/>
              <a:ea typeface="SimSun" panose="02010600030101010101" pitchFamily="2" charset="-122"/>
              <a:cs typeface="Times New Roman" panose="02020603050405020304" pitchFamily="18" charset="0"/>
            </a:endParaRPr>
          </a:p>
          <a:p>
            <a:pPr marL="342900" marR="0" lvl="0" indent="-342900" algn="just" defTabSz="914400" rtl="0" eaLnBrk="0" fontAlgn="base" latinLnBrk="0" hangingPunct="0">
              <a:lnSpc>
                <a:spcPct val="150000"/>
              </a:lnSpc>
              <a:spcBef>
                <a:spcPts val="1000"/>
              </a:spcBef>
              <a:spcAft>
                <a:spcPts val="600"/>
              </a:spcAft>
              <a:buClrTx/>
              <a:buSzTx/>
              <a:buFont typeface="Times New Roman" panose="02020603050405020304" pitchFamily="18" charset="0"/>
              <a:buChar char="•"/>
              <a:defRPr/>
            </a:pPr>
            <a:r>
              <a:rPr kumimoji="0" lang="en-IN" sz="3200" b="0" i="0" u="none" strike="noStrike" kern="1200" cap="none" spc="0" normalizeH="0" baseline="0" noProof="0" dirty="0">
                <a:ln>
                  <a:noFill/>
                </a:ln>
                <a:solidFill>
                  <a:schemeClr val="tx1"/>
                </a:solidFill>
                <a:effectLst/>
                <a:uLnTx/>
                <a:uFillTx/>
                <a:latin typeface="Times New Roman" panose="02020603050405020304" pitchFamily="18" charset="0"/>
                <a:ea typeface="SimSun" panose="02010600030101010101" pitchFamily="2" charset="-122"/>
                <a:cs typeface="Times New Roman" panose="02020603050405020304" pitchFamily="18" charset="0"/>
              </a:rPr>
              <a:t>Hard Disk         :     40 GB.</a:t>
            </a:r>
            <a:endParaRPr kumimoji="0" lang="en-IN" sz="3200" b="0" i="0" u="none" strike="noStrike" kern="1200" cap="none" spc="0" normalizeH="0" baseline="0" noProof="0" dirty="0">
              <a:ln>
                <a:noFill/>
              </a:ln>
              <a:solidFill>
                <a:schemeClr val="tx1"/>
              </a:solidFill>
              <a:effectLst/>
              <a:uLnTx/>
              <a:uFillTx/>
              <a:latin typeface="Calibri" panose="020F0502020204030204" pitchFamily="34" charset="0"/>
              <a:ea typeface="SimSun" panose="02010600030101010101" pitchFamily="2" charset="-122"/>
              <a:cs typeface="Times New Roman" panose="02020603050405020304" pitchFamily="18" charset="0"/>
            </a:endParaRPr>
          </a:p>
          <a:p>
            <a:pPr marL="342900" marR="0" lvl="0" indent="-342900" algn="just" defTabSz="914400" rtl="0" eaLnBrk="0" fontAlgn="base" latinLnBrk="0" hangingPunct="0">
              <a:lnSpc>
                <a:spcPct val="150000"/>
              </a:lnSpc>
              <a:spcBef>
                <a:spcPts val="1000"/>
              </a:spcBef>
              <a:spcAft>
                <a:spcPts val="600"/>
              </a:spcAft>
              <a:buClrTx/>
              <a:buSzTx/>
              <a:buFont typeface="Times New Roman" panose="02020603050405020304" pitchFamily="18" charset="0"/>
              <a:buChar char="•"/>
              <a:defRPr/>
            </a:pPr>
            <a:r>
              <a:rPr kumimoji="0" lang="en-IN" sz="3200" b="0" i="0" u="none" strike="noStrike" kern="1200" cap="none" spc="0" normalizeH="0" baseline="0" noProof="0" dirty="0">
                <a:ln>
                  <a:noFill/>
                </a:ln>
                <a:solidFill>
                  <a:schemeClr val="tx1"/>
                </a:solidFill>
                <a:effectLst/>
                <a:uLnTx/>
                <a:uFillTx/>
                <a:latin typeface="Times New Roman" panose="02020603050405020304" pitchFamily="18" charset="0"/>
                <a:ea typeface="SimSun" panose="02010600030101010101" pitchFamily="2" charset="-122"/>
                <a:cs typeface="Times New Roman" panose="02020603050405020304" pitchFamily="18" charset="0"/>
              </a:rPr>
              <a:t>Ram	           :     4 GB.</a:t>
            </a:r>
            <a:endParaRPr kumimoji="0" lang="en-IN" sz="3200" b="0" i="0" u="none" strike="noStrike" kern="1200" cap="none" spc="0" normalizeH="0" baseline="0" noProof="0" dirty="0">
              <a:ln>
                <a:noFill/>
              </a:ln>
              <a:solidFill>
                <a:schemeClr val="tx1"/>
              </a:solidFill>
              <a:effectLst/>
              <a:uLnTx/>
              <a:uFillTx/>
              <a:latin typeface="Calibri" panose="020F0502020204030204" pitchFamily="34" charset="0"/>
              <a:ea typeface="SimSun" panose="02010600030101010101" pitchFamily="2" charset="-122"/>
              <a:cs typeface="Times New Roman" panose="02020603050405020304" pitchFamily="18" charset="0"/>
            </a:endParaRPr>
          </a:p>
          <a:p>
            <a:pPr marL="0" marR="0" lvl="0" indent="0" algn="l" defTabSz="914400" rtl="0" eaLnBrk="0" fontAlgn="base" latinLnBrk="0" hangingPunct="0">
              <a:lnSpc>
                <a:spcPct val="114000"/>
              </a:lnSpc>
              <a:spcBef>
                <a:spcPts val="1000"/>
              </a:spcBef>
              <a:spcAft>
                <a:spcPts val="600"/>
              </a:spcAft>
              <a:buClrTx/>
              <a:buSzTx/>
              <a:buFont typeface="Arial" panose="020B0604020202020204" pitchFamily="34" charset="0"/>
              <a:buNone/>
              <a:defRPr/>
            </a:pPr>
            <a:endParaRPr kumimoji="0" lang="en-IN" sz="1800" b="0" i="0" u="none" strike="noStrike" kern="1200" cap="none" spc="0" normalizeH="0" baseline="0" noProof="0" dirty="0">
              <a:ln>
                <a:noFill/>
              </a:ln>
              <a:solidFill>
                <a:schemeClr val="tx1"/>
              </a:solidFill>
              <a:effectLst/>
              <a:uLnTx/>
              <a:uFillTx/>
              <a:latin typeface="Calibri" panose="020F0502020204030204" pitchFamily="34" charset="0"/>
              <a:ea typeface="SimSun" panose="02010600030101010101" pitchFamily="2" charset="-122"/>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Title 1"/>
          <p:cNvSpPr>
            <a:spLocks noGrp="1"/>
          </p:cNvSpPr>
          <p:nvPr>
            <p:ph type="title"/>
          </p:nvPr>
        </p:nvSpPr>
        <p:spPr>
          <a:xfrm>
            <a:off x="838200" y="365125"/>
            <a:ext cx="10515600" cy="765175"/>
          </a:xfrm>
          <a:ln/>
        </p:spPr>
        <p:txBody>
          <a:bodyPr vert="horz" wrap="square" lIns="91440" tIns="45720" rIns="91440" bIns="45720" anchor="ctr" anchorCtr="0"/>
          <a:p>
            <a:pPr eaLnBrk="1" hangingPunct="1"/>
            <a:r>
              <a:rPr lang="en-IN" altLang="en-US" b="1" dirty="0">
                <a:solidFill>
                  <a:srgbClr val="FF0000"/>
                </a:solidFill>
              </a:rPr>
              <a:t>Application Modules</a:t>
            </a:r>
            <a:endParaRPr lang="en-IN" altLang="en-US" b="1" dirty="0">
              <a:solidFill>
                <a:srgbClr val="FF0000"/>
              </a:solidFill>
            </a:endParaRPr>
          </a:p>
        </p:txBody>
      </p:sp>
      <p:sp>
        <p:nvSpPr>
          <p:cNvPr id="16387" name="Content Placeholder 2"/>
          <p:cNvSpPr>
            <a:spLocks noGrp="1"/>
          </p:cNvSpPr>
          <p:nvPr>
            <p:ph idx="1"/>
          </p:nvPr>
        </p:nvSpPr>
        <p:spPr>
          <a:xfrm>
            <a:off x="838200" y="1104900"/>
            <a:ext cx="10515600" cy="5072063"/>
          </a:xfrm>
        </p:spPr>
        <p:txBody>
          <a:bodyPr vert="horz" wrap="square" lIns="91440" tIns="45720" rIns="91440" bIns="45720" numCol="1" anchor="t" anchorCtr="0" compatLnSpc="1"/>
          <a:lstStyle/>
          <a:p>
            <a:pPr marL="0" marR="0" lvl="0" indent="0" algn="just" defTabSz="914400" rtl="0" eaLnBrk="0" fontAlgn="base" latinLnBrk="0" hangingPunct="0">
              <a:lnSpc>
                <a:spcPct val="90000"/>
              </a:lnSpc>
              <a:spcBef>
                <a:spcPts val="1000"/>
              </a:spcBef>
              <a:spcAft>
                <a:spcPct val="0"/>
              </a:spcAft>
              <a:buClrTx/>
              <a:buSzTx/>
              <a:buFont typeface="Arial" panose="020B0604020202020204" pitchFamily="34" charset="0"/>
              <a:buNone/>
              <a:defRPr/>
            </a:pPr>
            <a:r>
              <a:rPr kumimoji="0" lang="en-GB" sz="2800" b="1" i="0" u="none" strike="noStrike" kern="1200" cap="none" spc="0" normalizeH="0" baseline="0" noProof="0" dirty="0">
                <a:ln>
                  <a:noFill/>
                </a:ln>
                <a:solidFill>
                  <a:schemeClr val="tx1"/>
                </a:solidFill>
                <a:effectLst/>
                <a:uLnTx/>
                <a:uFillTx/>
                <a:latin typeface="+mn-lt"/>
                <a:ea typeface="+mn-ea"/>
                <a:cs typeface="+mn-cs"/>
              </a:rPr>
              <a:t>UI Module: </a:t>
            </a:r>
            <a:r>
              <a:rPr kumimoji="0" lang="en-GB" sz="2800" b="0" i="0" u="none" strike="noStrike" kern="1200" cap="none" spc="0" normalizeH="0" baseline="0" noProof="0" dirty="0">
                <a:ln>
                  <a:noFill/>
                </a:ln>
                <a:solidFill>
                  <a:schemeClr val="tx1"/>
                </a:solidFill>
                <a:effectLst/>
                <a:uLnTx/>
                <a:uFillTx/>
                <a:latin typeface="+mn-lt"/>
                <a:ea typeface="+mn-ea"/>
                <a:cs typeface="+mn-cs"/>
              </a:rPr>
              <a:t>Provides a graphical interface for interacting with the application.</a:t>
            </a:r>
            <a:endParaRPr kumimoji="0" lang="en-GB" sz="2800" b="0" i="0" u="none" strike="noStrike" kern="1200" cap="none" spc="0" normalizeH="0" baseline="0" noProof="0" dirty="0">
              <a:ln>
                <a:noFill/>
              </a:ln>
              <a:solidFill>
                <a:schemeClr val="tx1"/>
              </a:solidFill>
              <a:effectLst/>
              <a:uLnTx/>
              <a:uFillTx/>
              <a:latin typeface="+mn-lt"/>
              <a:ea typeface="+mn-ea"/>
              <a:cs typeface="+mn-cs"/>
            </a:endParaRPr>
          </a:p>
          <a:p>
            <a:pPr marL="0" marR="0" lvl="0" indent="0" algn="just" defTabSz="914400" rtl="0" eaLnBrk="0" fontAlgn="base" latinLnBrk="0" hangingPunct="0">
              <a:lnSpc>
                <a:spcPct val="90000"/>
              </a:lnSpc>
              <a:spcBef>
                <a:spcPts val="1000"/>
              </a:spcBef>
              <a:spcAft>
                <a:spcPct val="0"/>
              </a:spcAft>
              <a:buClrTx/>
              <a:buSzTx/>
              <a:buFont typeface="Arial" panose="020B0604020202020204" pitchFamily="34" charset="0"/>
              <a:buNone/>
              <a:defRPr/>
            </a:pPr>
            <a:r>
              <a:rPr kumimoji="0" lang="en-GB" sz="2800" b="1" i="0" u="none" strike="noStrike" kern="1200" cap="none" spc="0" normalizeH="0" baseline="0" noProof="0" dirty="0">
                <a:ln>
                  <a:noFill/>
                </a:ln>
                <a:solidFill>
                  <a:schemeClr val="tx1"/>
                </a:solidFill>
                <a:effectLst/>
                <a:uLnTx/>
                <a:uFillTx/>
                <a:latin typeface="+mn-lt"/>
                <a:ea typeface="+mn-ea"/>
                <a:cs typeface="+mn-cs"/>
              </a:rPr>
              <a:t>File Handling Module</a:t>
            </a:r>
            <a:r>
              <a:rPr kumimoji="0" lang="en-GB" sz="2800" b="0" i="0" u="none" strike="noStrike" kern="1200" cap="none" spc="0" normalizeH="0" baseline="0" noProof="0" dirty="0">
                <a:ln>
                  <a:noFill/>
                </a:ln>
                <a:solidFill>
                  <a:schemeClr val="tx1"/>
                </a:solidFill>
                <a:effectLst/>
                <a:uLnTx/>
                <a:uFillTx/>
                <a:latin typeface="+mn-lt"/>
                <a:ea typeface="+mn-ea"/>
                <a:cs typeface="+mn-cs"/>
              </a:rPr>
              <a:t>: Manages file selection and handling.</a:t>
            </a:r>
            <a:endParaRPr kumimoji="0" lang="en-GB" sz="2800" b="0" i="0" u="none" strike="noStrike" kern="1200" cap="none" spc="0" normalizeH="0" baseline="0" noProof="0" dirty="0">
              <a:ln>
                <a:noFill/>
              </a:ln>
              <a:solidFill>
                <a:schemeClr val="tx1"/>
              </a:solidFill>
              <a:effectLst/>
              <a:uLnTx/>
              <a:uFillTx/>
              <a:latin typeface="+mn-lt"/>
              <a:ea typeface="+mn-ea"/>
              <a:cs typeface="+mn-cs"/>
            </a:endParaRPr>
          </a:p>
          <a:p>
            <a:pPr marL="0" marR="0" lvl="0" indent="0" algn="just" defTabSz="914400" rtl="0" eaLnBrk="0" fontAlgn="base" latinLnBrk="0" hangingPunct="0">
              <a:lnSpc>
                <a:spcPct val="90000"/>
              </a:lnSpc>
              <a:spcBef>
                <a:spcPts val="1000"/>
              </a:spcBef>
              <a:spcAft>
                <a:spcPct val="0"/>
              </a:spcAft>
              <a:buClrTx/>
              <a:buSzTx/>
              <a:buFont typeface="Arial" panose="020B0604020202020204" pitchFamily="34" charset="0"/>
              <a:buNone/>
              <a:defRPr/>
            </a:pPr>
            <a:r>
              <a:rPr kumimoji="0" lang="en-GB" sz="2800" b="1" i="0" u="none" strike="noStrike" kern="1200" cap="none" spc="0" normalizeH="0" baseline="0" noProof="0" dirty="0">
                <a:ln>
                  <a:noFill/>
                </a:ln>
                <a:solidFill>
                  <a:schemeClr val="tx1"/>
                </a:solidFill>
                <a:effectLst/>
                <a:uLnTx/>
                <a:uFillTx/>
                <a:latin typeface="+mn-lt"/>
                <a:ea typeface="+mn-ea"/>
                <a:cs typeface="+mn-cs"/>
              </a:rPr>
              <a:t>Data Extraction Module: </a:t>
            </a:r>
            <a:r>
              <a:rPr kumimoji="0" lang="en-GB" sz="2800" b="0" i="0" u="none" strike="noStrike" kern="1200" cap="none" spc="0" normalizeH="0" baseline="0" noProof="0" dirty="0">
                <a:ln>
                  <a:noFill/>
                </a:ln>
                <a:solidFill>
                  <a:schemeClr val="tx1"/>
                </a:solidFill>
                <a:effectLst/>
                <a:uLnTx/>
                <a:uFillTx/>
                <a:latin typeface="+mn-lt"/>
                <a:ea typeface="+mn-ea"/>
                <a:cs typeface="+mn-cs"/>
              </a:rPr>
              <a:t>Extracts raw data from the uploaded file.</a:t>
            </a:r>
            <a:endParaRPr kumimoji="0" lang="en-GB" sz="2800" b="0" i="0" u="none" strike="noStrike" kern="1200" cap="none" spc="0" normalizeH="0" baseline="0" noProof="0" dirty="0">
              <a:ln>
                <a:noFill/>
              </a:ln>
              <a:solidFill>
                <a:schemeClr val="tx1"/>
              </a:solidFill>
              <a:effectLst/>
              <a:uLnTx/>
              <a:uFillTx/>
              <a:latin typeface="+mn-lt"/>
              <a:ea typeface="+mn-ea"/>
              <a:cs typeface="+mn-cs"/>
            </a:endParaRPr>
          </a:p>
          <a:p>
            <a:pPr marL="0" marR="0" lvl="0" indent="0" algn="just" defTabSz="914400" rtl="0" eaLnBrk="0" fontAlgn="base" latinLnBrk="0" hangingPunct="0">
              <a:lnSpc>
                <a:spcPct val="90000"/>
              </a:lnSpc>
              <a:spcBef>
                <a:spcPts val="1000"/>
              </a:spcBef>
              <a:spcAft>
                <a:spcPct val="0"/>
              </a:spcAft>
              <a:buClrTx/>
              <a:buSzTx/>
              <a:buFont typeface="Arial" panose="020B0604020202020204" pitchFamily="34" charset="0"/>
              <a:buNone/>
              <a:defRPr/>
            </a:pPr>
            <a:r>
              <a:rPr kumimoji="0" lang="en-GB" sz="2800" b="1" i="0" u="none" strike="noStrike" kern="1200" cap="none" spc="0" normalizeH="0" baseline="0" noProof="0" dirty="0">
                <a:ln>
                  <a:noFill/>
                </a:ln>
                <a:solidFill>
                  <a:schemeClr val="tx1"/>
                </a:solidFill>
                <a:effectLst/>
                <a:uLnTx/>
                <a:uFillTx/>
                <a:latin typeface="+mn-lt"/>
                <a:ea typeface="+mn-ea"/>
                <a:cs typeface="+mn-cs"/>
              </a:rPr>
              <a:t>Forensics Analysis Module:</a:t>
            </a:r>
            <a:r>
              <a:rPr kumimoji="0" lang="en-GB" sz="2800" b="0" i="0" u="none" strike="noStrike" kern="1200" cap="none" spc="0" normalizeH="0" baseline="0" noProof="0" dirty="0">
                <a:ln>
                  <a:noFill/>
                </a:ln>
                <a:solidFill>
                  <a:schemeClr val="tx1"/>
                </a:solidFill>
                <a:effectLst/>
                <a:uLnTx/>
                <a:uFillTx/>
                <a:latin typeface="+mn-lt"/>
                <a:ea typeface="+mn-ea"/>
                <a:cs typeface="+mn-cs"/>
              </a:rPr>
              <a:t> </a:t>
            </a:r>
            <a:r>
              <a:rPr kumimoji="0" lang="en-GB" sz="2800" b="0" i="0" u="none" strike="noStrike" kern="1200" cap="none" spc="0" normalizeH="0" baseline="0" noProof="0" dirty="0" err="1">
                <a:ln>
                  <a:noFill/>
                </a:ln>
                <a:solidFill>
                  <a:schemeClr val="tx1"/>
                </a:solidFill>
                <a:effectLst/>
                <a:uLnTx/>
                <a:uFillTx/>
                <a:latin typeface="+mn-lt"/>
                <a:ea typeface="+mn-ea"/>
                <a:cs typeface="+mn-cs"/>
              </a:rPr>
              <a:t>Analyzes</a:t>
            </a:r>
            <a:r>
              <a:rPr kumimoji="0" lang="en-GB" sz="2800" b="0" i="0" u="none" strike="noStrike" kern="1200" cap="none" spc="0" normalizeH="0" baseline="0" noProof="0" dirty="0">
                <a:ln>
                  <a:noFill/>
                </a:ln>
                <a:solidFill>
                  <a:schemeClr val="tx1"/>
                </a:solidFill>
                <a:effectLst/>
                <a:uLnTx/>
                <a:uFillTx/>
                <a:latin typeface="+mn-lt"/>
                <a:ea typeface="+mn-ea"/>
                <a:cs typeface="+mn-cs"/>
              </a:rPr>
              <a:t> the extracted data and retrieves metadata about the file.</a:t>
            </a:r>
            <a:endParaRPr kumimoji="0" lang="en-GB" sz="2800" b="0" i="0" u="none" strike="noStrike" kern="1200" cap="none" spc="0" normalizeH="0" baseline="0" noProof="0" dirty="0">
              <a:ln>
                <a:noFill/>
              </a:ln>
              <a:solidFill>
                <a:schemeClr val="tx1"/>
              </a:solidFill>
              <a:effectLst/>
              <a:uLnTx/>
              <a:uFillTx/>
              <a:latin typeface="+mn-lt"/>
              <a:ea typeface="+mn-ea"/>
              <a:cs typeface="+mn-cs"/>
            </a:endParaRPr>
          </a:p>
          <a:p>
            <a:pPr marL="0" marR="0" lvl="0" indent="0" algn="just" defTabSz="914400" rtl="0" eaLnBrk="0" fontAlgn="base" latinLnBrk="0" hangingPunct="0">
              <a:lnSpc>
                <a:spcPct val="90000"/>
              </a:lnSpc>
              <a:spcBef>
                <a:spcPts val="1000"/>
              </a:spcBef>
              <a:spcAft>
                <a:spcPct val="0"/>
              </a:spcAft>
              <a:buClrTx/>
              <a:buSzTx/>
              <a:buFont typeface="Arial" panose="020B0604020202020204" pitchFamily="34" charset="0"/>
              <a:buNone/>
              <a:defRPr/>
            </a:pPr>
            <a:r>
              <a:rPr kumimoji="0" lang="en-GB" sz="2800" b="1" i="0" u="none" strike="noStrike" kern="1200" cap="none" spc="0" normalizeH="0" baseline="0" noProof="0" dirty="0">
                <a:ln>
                  <a:noFill/>
                </a:ln>
                <a:solidFill>
                  <a:schemeClr val="tx1"/>
                </a:solidFill>
                <a:effectLst/>
                <a:uLnTx/>
                <a:uFillTx/>
                <a:latin typeface="+mn-lt"/>
                <a:ea typeface="+mn-ea"/>
                <a:cs typeface="+mn-cs"/>
              </a:rPr>
              <a:t>Data Filtering Module: </a:t>
            </a:r>
            <a:r>
              <a:rPr kumimoji="0" lang="en-GB" sz="2800" b="0" i="0" u="none" strike="noStrike" kern="1200" cap="none" spc="0" normalizeH="0" baseline="0" noProof="0" dirty="0">
                <a:ln>
                  <a:noFill/>
                </a:ln>
                <a:solidFill>
                  <a:schemeClr val="tx1"/>
                </a:solidFill>
                <a:effectLst/>
                <a:uLnTx/>
                <a:uFillTx/>
                <a:latin typeface="+mn-lt"/>
                <a:ea typeface="+mn-ea"/>
                <a:cs typeface="+mn-cs"/>
              </a:rPr>
              <a:t>Filters the extracted data based on specific criteria.</a:t>
            </a:r>
            <a:endParaRPr kumimoji="0" lang="en-GB" sz="2800" b="0" i="0" u="none" strike="noStrike" kern="1200" cap="none" spc="0" normalizeH="0" baseline="0" noProof="0" dirty="0">
              <a:ln>
                <a:noFill/>
              </a:ln>
              <a:solidFill>
                <a:schemeClr val="tx1"/>
              </a:solidFill>
              <a:effectLst/>
              <a:uLnTx/>
              <a:uFillTx/>
              <a:latin typeface="+mn-lt"/>
              <a:ea typeface="+mn-ea"/>
              <a:cs typeface="+mn-cs"/>
            </a:endParaRPr>
          </a:p>
          <a:p>
            <a:pPr marL="0" marR="0" lvl="0" indent="0" algn="just" defTabSz="914400" rtl="0" eaLnBrk="0" fontAlgn="base" latinLnBrk="0" hangingPunct="0">
              <a:lnSpc>
                <a:spcPct val="90000"/>
              </a:lnSpc>
              <a:spcBef>
                <a:spcPts val="1000"/>
              </a:spcBef>
              <a:spcAft>
                <a:spcPct val="0"/>
              </a:spcAft>
              <a:buClrTx/>
              <a:buSzTx/>
              <a:buFont typeface="Arial" panose="020B0604020202020204" pitchFamily="34" charset="0"/>
              <a:buNone/>
              <a:defRPr/>
            </a:pPr>
            <a:r>
              <a:rPr kumimoji="0" lang="en-GB" sz="2800" b="1" i="0" u="none" strike="noStrike" kern="1200" cap="none" spc="0" normalizeH="0" baseline="0" noProof="0" dirty="0">
                <a:ln>
                  <a:noFill/>
                </a:ln>
                <a:solidFill>
                  <a:schemeClr val="tx1"/>
                </a:solidFill>
                <a:effectLst/>
                <a:uLnTx/>
                <a:uFillTx/>
                <a:latin typeface="+mn-lt"/>
                <a:ea typeface="+mn-ea"/>
                <a:cs typeface="+mn-cs"/>
              </a:rPr>
              <a:t>Exit Module: </a:t>
            </a:r>
            <a:r>
              <a:rPr kumimoji="0" lang="en-GB" sz="2800" b="0" i="0" u="none" strike="noStrike" kern="1200" cap="none" spc="0" normalizeH="0" baseline="0" noProof="0" dirty="0">
                <a:ln>
                  <a:noFill/>
                </a:ln>
                <a:solidFill>
                  <a:schemeClr val="tx1"/>
                </a:solidFill>
                <a:effectLst/>
                <a:uLnTx/>
                <a:uFillTx/>
                <a:latin typeface="+mn-lt"/>
                <a:ea typeface="+mn-ea"/>
                <a:cs typeface="+mn-cs"/>
              </a:rPr>
              <a:t>Closes the application.</a:t>
            </a:r>
            <a:endParaRPr kumimoji="0" lang="en-GB" sz="2800" b="0" i="0" u="none" strike="noStrike" kern="1200" cap="none" spc="0" normalizeH="0" baseline="0" noProof="0" dirty="0">
              <a:ln>
                <a:noFill/>
              </a:ln>
              <a:solidFill>
                <a:schemeClr val="tx1"/>
              </a:solidFill>
              <a:effectLst/>
              <a:uLnTx/>
              <a:uFillTx/>
              <a:latin typeface="+mn-lt"/>
              <a:ea typeface="+mn-ea"/>
              <a:cs typeface="+mn-cs"/>
            </a:endParaRPr>
          </a:p>
          <a:p>
            <a:pPr marL="0" marR="0" lvl="0" indent="0" algn="just" defTabSz="914400" rtl="0" eaLnBrk="0" fontAlgn="base" latinLnBrk="0" hangingPunct="0">
              <a:lnSpc>
                <a:spcPct val="90000"/>
              </a:lnSpc>
              <a:spcBef>
                <a:spcPts val="1000"/>
              </a:spcBef>
              <a:spcAft>
                <a:spcPct val="0"/>
              </a:spcAft>
              <a:buClrTx/>
              <a:buSzTx/>
              <a:buFont typeface="Arial" panose="020B0604020202020204" pitchFamily="34" charset="0"/>
              <a:buNone/>
              <a:defRPr/>
            </a:pPr>
            <a:endParaRPr kumimoji="0" lang="en-GB" sz="2800" b="0" i="0" u="none" strike="noStrike" kern="1200" cap="none" spc="0" normalizeH="0" baseline="0" noProof="0" dirty="0">
              <a:ln>
                <a:noFill/>
              </a:ln>
              <a:solidFill>
                <a:schemeClr val="tx1"/>
              </a:solidFill>
              <a:effectLst/>
              <a:uLnTx/>
              <a:uFillTx/>
              <a:latin typeface="+mn-lt"/>
              <a:ea typeface="+mn-ea"/>
              <a:cs typeface="+mn-cs"/>
            </a:endParaRPr>
          </a:p>
          <a:p>
            <a:pPr marL="0" marR="0" lvl="0" indent="0" algn="just" defTabSz="914400" rtl="0" eaLnBrk="0" fontAlgn="base" latinLnBrk="0" hangingPunct="0">
              <a:lnSpc>
                <a:spcPct val="90000"/>
              </a:lnSpc>
              <a:spcBef>
                <a:spcPts val="1000"/>
              </a:spcBef>
              <a:spcAft>
                <a:spcPct val="0"/>
              </a:spcAft>
              <a:buClrTx/>
              <a:buSzTx/>
              <a:buFont typeface="Arial" panose="020B0604020202020204" pitchFamily="34" charset="0"/>
              <a:buNone/>
              <a:defRPr/>
            </a:pPr>
            <a:endParaRPr kumimoji="0" lang="en-GB" sz="2800" b="0" i="0" u="none" strike="noStrike" kern="1200" cap="none" spc="0" normalizeH="0" baseline="0" noProof="0" dirty="0">
              <a:ln>
                <a:noFill/>
              </a:ln>
              <a:solidFill>
                <a:schemeClr val="tx1"/>
              </a:solidFill>
              <a:effectLst/>
              <a:uLnTx/>
              <a:uFillTx/>
              <a:latin typeface="+mn-lt"/>
              <a:ea typeface="+mn-ea"/>
              <a:cs typeface="+mn-cs"/>
            </a:endParaRPr>
          </a:p>
          <a:p>
            <a:pPr marL="0" marR="0" lvl="0" indent="0" algn="just" defTabSz="914400" rtl="0" eaLnBrk="0" fontAlgn="base" latinLnBrk="0" hangingPunct="0">
              <a:lnSpc>
                <a:spcPct val="90000"/>
              </a:lnSpc>
              <a:spcBef>
                <a:spcPts val="1000"/>
              </a:spcBef>
              <a:spcAft>
                <a:spcPct val="0"/>
              </a:spcAft>
              <a:buClrTx/>
              <a:buSzTx/>
              <a:buFont typeface="Arial" panose="020B0604020202020204" pitchFamily="34" charset="0"/>
              <a:buNone/>
              <a:defRPr/>
            </a:pPr>
            <a:endParaRPr kumimoji="0" lang="en-GB" sz="2800" b="0" i="0" u="none" strike="noStrike" kern="1200" cap="none" spc="0" normalizeH="0" baseline="0" noProof="0" dirty="0">
              <a:ln>
                <a:noFill/>
              </a:ln>
              <a:solidFill>
                <a:schemeClr val="tx1"/>
              </a:solidFill>
              <a:effectLst/>
              <a:uLnTx/>
              <a:uFillTx/>
              <a:latin typeface="+mn-lt"/>
              <a:ea typeface="+mn-ea"/>
              <a:cs typeface="+mn-cs"/>
            </a:endParaRPr>
          </a:p>
          <a:p>
            <a:pPr marL="0" marR="0" lvl="0" indent="0" algn="just" defTabSz="914400" rtl="0" eaLnBrk="0" fontAlgn="base" latinLnBrk="0" hangingPunct="0">
              <a:lnSpc>
                <a:spcPct val="90000"/>
              </a:lnSpc>
              <a:spcBef>
                <a:spcPts val="1000"/>
              </a:spcBef>
              <a:spcAft>
                <a:spcPct val="0"/>
              </a:spcAft>
              <a:buClrTx/>
              <a:buSzTx/>
              <a:buFont typeface="Arial" panose="020B0604020202020204" pitchFamily="34" charset="0"/>
              <a:buNone/>
              <a:defRPr/>
            </a:pPr>
            <a:endParaRPr kumimoji="0" lang="en-GB" sz="2800" b="0" i="0" u="none" strike="noStrike" kern="1200" cap="none" spc="0" normalizeH="0" baseline="0" noProof="0" dirty="0">
              <a:ln>
                <a:noFill/>
              </a:ln>
              <a:solidFill>
                <a:schemeClr val="tx1"/>
              </a:solidFill>
              <a:effectLst/>
              <a:uLnTx/>
              <a:uFillTx/>
              <a:latin typeface="+mn-lt"/>
              <a:ea typeface="+mn-ea"/>
              <a:cs typeface="+mn-cs"/>
            </a:endParaRPr>
          </a:p>
          <a:p>
            <a:pPr marL="0" marR="0" lvl="0" indent="0" algn="just" defTabSz="914400" rtl="0" eaLnBrk="0" fontAlgn="base" latinLnBrk="0" hangingPunct="0">
              <a:lnSpc>
                <a:spcPct val="90000"/>
              </a:lnSpc>
              <a:spcBef>
                <a:spcPts val="1000"/>
              </a:spcBef>
              <a:spcAft>
                <a:spcPct val="0"/>
              </a:spcAft>
              <a:buClrTx/>
              <a:buSzTx/>
              <a:buFont typeface="Arial" panose="020B0604020202020204" pitchFamily="34" charset="0"/>
              <a:buNone/>
              <a:defRPr/>
            </a:pPr>
            <a:endParaRPr kumimoji="0" lang="en-GB" sz="2800" b="0" i="0" u="none" strike="noStrike" kern="1200" cap="none" spc="0" normalizeH="0" baseline="0" noProof="0" dirty="0">
              <a:ln>
                <a:noFill/>
              </a:ln>
              <a:solidFill>
                <a:schemeClr val="tx1"/>
              </a:solidFill>
              <a:effectLst/>
              <a:uLnTx/>
              <a:uFillTx/>
              <a:latin typeface="+mn-lt"/>
              <a:ea typeface="+mn-ea"/>
              <a:cs typeface="+mn-cs"/>
            </a:endParaRPr>
          </a:p>
          <a:p>
            <a:pPr marL="228600" marR="0" lvl="0" indent="-228600" algn="just" defTabSz="914400" rtl="0" eaLnBrk="0" fontAlgn="base" latinLnBrk="0" hangingPunct="0">
              <a:lnSpc>
                <a:spcPct val="90000"/>
              </a:lnSpc>
              <a:spcBef>
                <a:spcPts val="1000"/>
              </a:spcBef>
              <a:spcAft>
                <a:spcPct val="0"/>
              </a:spcAft>
              <a:buClrTx/>
              <a:buSzTx/>
              <a:buFont typeface="Arial" panose="020B0604020202020204" pitchFamily="34" charset="0"/>
              <a:buChar char="•"/>
              <a:defRPr/>
            </a:pPr>
            <a:endParaRPr kumimoji="0" lang="en-GB" sz="2800" b="0" i="0" u="none" strike="noStrike" kern="1200" cap="none" spc="0" normalizeH="0" baseline="0" noProof="0" dirty="0">
              <a:ln>
                <a:noFill/>
              </a:ln>
              <a:solidFill>
                <a:schemeClr val="tx1"/>
              </a:solidFill>
              <a:effectLst/>
              <a:uLnTx/>
              <a:uFillTx/>
              <a:latin typeface="+mn-lt"/>
              <a:ea typeface="+mn-ea"/>
              <a:cs typeface="+mn-cs"/>
            </a:endParaRPr>
          </a:p>
          <a:p>
            <a:pPr marL="228600" marR="0" lvl="0" indent="-228600" algn="just" defTabSz="914400" rtl="0" eaLnBrk="1" fontAlgn="base" latinLnBrk="0" hangingPunct="1">
              <a:lnSpc>
                <a:spcPct val="90000"/>
              </a:lnSpc>
              <a:spcBef>
                <a:spcPts val="1000"/>
              </a:spcBef>
              <a:spcAft>
                <a:spcPct val="0"/>
              </a:spcAft>
              <a:buClrTx/>
              <a:buSzTx/>
              <a:buFont typeface="Arial" panose="020B0604020202020204" pitchFamily="34" charset="0"/>
              <a:buChar char="•"/>
              <a:defRPr/>
            </a:pPr>
            <a:endParaRPr kumimoji="0" lang="en-IN" altLang="en-US" sz="28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Title 1"/>
          <p:cNvSpPr>
            <a:spLocks noGrp="1"/>
          </p:cNvSpPr>
          <p:nvPr>
            <p:ph type="title"/>
          </p:nvPr>
        </p:nvSpPr>
        <p:spPr>
          <a:xfrm>
            <a:off x="838200" y="365125"/>
            <a:ext cx="10515600" cy="765175"/>
          </a:xfrm>
          <a:ln/>
        </p:spPr>
        <p:txBody>
          <a:bodyPr vert="horz" wrap="square" lIns="91440" tIns="45720" rIns="91440" bIns="45720" anchor="ctr" anchorCtr="0"/>
          <a:p>
            <a:pPr eaLnBrk="1" hangingPunct="1"/>
            <a:r>
              <a:rPr lang="en-IN" altLang="en-US" b="1" dirty="0">
                <a:solidFill>
                  <a:srgbClr val="FF0000"/>
                </a:solidFill>
              </a:rPr>
              <a:t>Class Diagram</a:t>
            </a:r>
            <a:endParaRPr lang="en-IN" altLang="en-US" b="1" dirty="0">
              <a:solidFill>
                <a:srgbClr val="FF0000"/>
              </a:solidFill>
            </a:endParaRPr>
          </a:p>
        </p:txBody>
      </p:sp>
      <p:pic>
        <p:nvPicPr>
          <p:cNvPr id="21507" name="Content Placeholder 1"/>
          <p:cNvPicPr>
            <a:picLocks noGrp="1" noChangeAspect="1"/>
          </p:cNvPicPr>
          <p:nvPr>
            <p:ph idx="1"/>
          </p:nvPr>
        </p:nvPicPr>
        <p:blipFill>
          <a:blip r:embed="rId1"/>
          <a:srcRect/>
          <a:stretch>
            <a:fillRect/>
          </a:stretch>
        </p:blipFill>
        <p:spPr>
          <a:xfrm>
            <a:off x="3114675" y="1698625"/>
            <a:ext cx="5245100" cy="3449638"/>
          </a:xfrm>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Title 1"/>
          <p:cNvSpPr>
            <a:spLocks noGrp="1"/>
          </p:cNvSpPr>
          <p:nvPr>
            <p:ph type="title"/>
          </p:nvPr>
        </p:nvSpPr>
        <p:spPr>
          <a:xfrm>
            <a:off x="838200" y="365125"/>
            <a:ext cx="10515600" cy="765175"/>
          </a:xfrm>
          <a:ln/>
        </p:spPr>
        <p:txBody>
          <a:bodyPr vert="horz" wrap="square" lIns="91440" tIns="45720" rIns="91440" bIns="45720" anchor="ctr" anchorCtr="0"/>
          <a:p>
            <a:pPr eaLnBrk="1" hangingPunct="1"/>
            <a:r>
              <a:rPr lang="en-IN" altLang="en-US" b="1" dirty="0">
                <a:solidFill>
                  <a:srgbClr val="FF0000"/>
                </a:solidFill>
              </a:rPr>
              <a:t>Use-Case Diagram</a:t>
            </a:r>
            <a:endParaRPr lang="en-IN" altLang="en-US" b="1" dirty="0">
              <a:solidFill>
                <a:srgbClr val="FF0000"/>
              </a:solidFill>
            </a:endParaRPr>
          </a:p>
        </p:txBody>
      </p:sp>
      <p:pic>
        <p:nvPicPr>
          <p:cNvPr id="22531" name="Content Placeholder 1"/>
          <p:cNvPicPr>
            <a:picLocks noGrp="1" noChangeAspect="1"/>
          </p:cNvPicPr>
          <p:nvPr>
            <p:ph idx="1"/>
          </p:nvPr>
        </p:nvPicPr>
        <p:blipFill>
          <a:blip r:embed="rId1"/>
          <a:srcRect/>
          <a:stretch>
            <a:fillRect/>
          </a:stretch>
        </p:blipFill>
        <p:spPr>
          <a:xfrm>
            <a:off x="2882900" y="1130300"/>
            <a:ext cx="7405688" cy="4867275"/>
          </a:xfrm>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Title 1"/>
          <p:cNvSpPr>
            <a:spLocks noGrp="1"/>
          </p:cNvSpPr>
          <p:nvPr>
            <p:ph type="title"/>
          </p:nvPr>
        </p:nvSpPr>
        <p:spPr>
          <a:xfrm>
            <a:off x="838200" y="365125"/>
            <a:ext cx="10515600" cy="765175"/>
          </a:xfrm>
          <a:ln/>
        </p:spPr>
        <p:txBody>
          <a:bodyPr vert="horz" wrap="square" lIns="91440" tIns="45720" rIns="91440" bIns="45720" anchor="ctr" anchorCtr="0"/>
          <a:p>
            <a:pPr eaLnBrk="1" hangingPunct="1"/>
            <a:r>
              <a:rPr lang="en-IN" altLang="en-US" b="1" dirty="0">
                <a:solidFill>
                  <a:srgbClr val="FF0000"/>
                </a:solidFill>
              </a:rPr>
              <a:t>Sequence Diagram</a:t>
            </a:r>
            <a:endParaRPr lang="en-IN" altLang="en-US" b="1" dirty="0">
              <a:solidFill>
                <a:srgbClr val="FF0000"/>
              </a:solidFill>
            </a:endParaRPr>
          </a:p>
        </p:txBody>
      </p:sp>
      <p:pic>
        <p:nvPicPr>
          <p:cNvPr id="23555" name="Content Placeholder 1"/>
          <p:cNvPicPr>
            <a:picLocks noGrp="1" noChangeAspect="1"/>
          </p:cNvPicPr>
          <p:nvPr>
            <p:ph idx="1"/>
          </p:nvPr>
        </p:nvPicPr>
        <p:blipFill>
          <a:blip r:embed="rId1"/>
          <a:srcRect/>
          <a:stretch>
            <a:fillRect/>
          </a:stretch>
        </p:blipFill>
        <p:spPr>
          <a:xfrm>
            <a:off x="3038475" y="1535113"/>
            <a:ext cx="7332663" cy="4248150"/>
          </a:xfrm>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Title 1"/>
          <p:cNvSpPr>
            <a:spLocks noGrp="1"/>
          </p:cNvSpPr>
          <p:nvPr>
            <p:ph type="title"/>
          </p:nvPr>
        </p:nvSpPr>
        <p:spPr>
          <a:xfrm>
            <a:off x="838200" y="1457325"/>
            <a:ext cx="10515600" cy="1325563"/>
          </a:xfrm>
          <a:ln/>
        </p:spPr>
        <p:txBody>
          <a:bodyPr vert="horz" wrap="square" lIns="91440" tIns="45720" rIns="91440" bIns="45720" anchor="ctr" anchorCtr="0"/>
          <a:p>
            <a:pPr eaLnBrk="1" hangingPunct="1">
              <a:buNone/>
            </a:pPr>
            <a:r>
              <a:rPr lang="en-US" altLang="en-IN" b="1" dirty="0">
                <a:solidFill>
                  <a:srgbClr val="FF0000"/>
                </a:solidFill>
              </a:rPr>
              <a:t>				                </a:t>
            </a:r>
            <a:r>
              <a:rPr lang="en-IN" altLang="en-US" b="1" dirty="0">
                <a:solidFill>
                  <a:srgbClr val="FF0000"/>
                </a:solidFill>
              </a:rPr>
              <a:t>Thank you</a:t>
            </a:r>
            <a:endParaRPr lang="en-IN" altLang="en-US" b="1" dirty="0">
              <a:solidFill>
                <a:srgbClr val="FF0000"/>
              </a:solidFill>
            </a:endParaRPr>
          </a:p>
        </p:txBody>
      </p:sp>
      <p:sp>
        <p:nvSpPr>
          <p:cNvPr id="23555" name="Content Placeholder 2"/>
          <p:cNvSpPr>
            <a:spLocks noGrp="1"/>
          </p:cNvSpPr>
          <p:nvPr>
            <p:ph idx="1"/>
          </p:nvPr>
        </p:nvSpPr>
        <p:spPr bwMode="auto">
          <a:xfrm>
            <a:off x="284065" y="2561607"/>
            <a:ext cx="10514230" cy="2265068"/>
          </a:xfrm>
          <a:ln/>
          <a:effectLst/>
          <a:scene3d>
            <a:camera prst="orthographicFront"/>
            <a:lightRig rig="balanced" dir="t"/>
          </a:scene3d>
          <a:sp3d prstMaterial="plastic"/>
        </p:spPr>
        <p:txBody>
          <a:bodyPr vert="horz" wrap="square" lIns="91440" tIns="45720" rIns="91440" bIns="45720" numCol="1" anchor="t" anchorCtr="0" compatLnSpc="1"/>
          <a:lstStyle/>
          <a:p>
            <a:pPr marL="3656965" marR="0" lvl="7" indent="-457200" algn="just" defTabSz="914400" rtl="0" eaLnBrk="1" fontAlgn="auto" latinLnBrk="0" hangingPunct="1">
              <a:lnSpc>
                <a:spcPct val="90000"/>
              </a:lnSpc>
              <a:spcBef>
                <a:spcPts val="500"/>
              </a:spcBef>
              <a:spcAft>
                <a:spcPts val="0"/>
              </a:spcAft>
              <a:buClrTx/>
              <a:buSzTx/>
              <a:buFont typeface="Arial" panose="020B0604020202020204" pitchFamily="34" charset="0"/>
              <a:buAutoNum type="arabicPeriod"/>
              <a:defRPr/>
            </a:pPr>
            <a:r>
              <a:rPr kumimoji="0" lang="en-IN" altLang="en-US" sz="28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sym typeface="+mn-ea"/>
              </a:rPr>
              <a:t>D.SWATHI</a:t>
            </a:r>
            <a:r>
              <a:rPr kumimoji="0" lang="en-US" altLang="en-IN" sz="28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sym typeface="+mn-ea"/>
              </a:rPr>
              <a:t> (21N31A621</a:t>
            </a:r>
            <a:r>
              <a:rPr kumimoji="0" lang="en-IN" altLang="en-US" sz="28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sym typeface="+mn-ea"/>
              </a:rPr>
              <a:t>9</a:t>
            </a:r>
            <a:r>
              <a:rPr kumimoji="0" lang="en-US" altLang="en-IN" sz="28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sym typeface="+mn-ea"/>
              </a:rPr>
              <a:t>)</a:t>
            </a:r>
            <a:endParaRPr kumimoji="0" lang="en-IN" sz="28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656965" marR="0" lvl="7" indent="-457200" algn="just" defTabSz="914400" rtl="0" eaLnBrk="1" fontAlgn="auto" latinLnBrk="0" hangingPunct="1">
              <a:lnSpc>
                <a:spcPct val="90000"/>
              </a:lnSpc>
              <a:spcBef>
                <a:spcPts val="500"/>
              </a:spcBef>
              <a:spcAft>
                <a:spcPts val="0"/>
              </a:spcAft>
              <a:buClrTx/>
              <a:buSzTx/>
              <a:buFont typeface="Arial" panose="020B0604020202020204" pitchFamily="34" charset="0"/>
              <a:buAutoNum type="arabicPeriod"/>
              <a:defRPr/>
            </a:pPr>
            <a:r>
              <a:rPr kumimoji="0" lang="en-IN" altLang="en-US" sz="28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sym typeface="+mn-ea"/>
              </a:rPr>
              <a:t>D.PAVAN KUMAR</a:t>
            </a:r>
            <a:r>
              <a:rPr kumimoji="0" lang="en-US" altLang="en-IN" sz="28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sym typeface="+mn-ea"/>
              </a:rPr>
              <a:t> (21N31A62</a:t>
            </a:r>
            <a:r>
              <a:rPr kumimoji="0" lang="en-IN" altLang="en-US" sz="28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sym typeface="+mn-ea"/>
              </a:rPr>
              <a:t>21</a:t>
            </a:r>
            <a:r>
              <a:rPr kumimoji="0" lang="en-US" altLang="en-IN" sz="28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sym typeface="+mn-ea"/>
              </a:rPr>
              <a:t>)</a:t>
            </a:r>
            <a:endParaRPr kumimoji="0" lang="en-IN" sz="28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656965" marR="0" lvl="7" indent="-457200" algn="just" defTabSz="914400" rtl="0" eaLnBrk="1" fontAlgn="auto" latinLnBrk="0" hangingPunct="1">
              <a:lnSpc>
                <a:spcPct val="90000"/>
              </a:lnSpc>
              <a:spcBef>
                <a:spcPts val="500"/>
              </a:spcBef>
              <a:spcAft>
                <a:spcPts val="0"/>
              </a:spcAft>
              <a:buClrTx/>
              <a:buSzTx/>
              <a:buFont typeface="Arial" panose="020B0604020202020204" pitchFamily="34" charset="0"/>
              <a:buAutoNum type="arabicPeriod"/>
              <a:defRPr/>
            </a:pPr>
            <a:r>
              <a:rPr kumimoji="0" lang="en-IN" altLang="en-US" sz="28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sym typeface="+mn-ea"/>
              </a:rPr>
              <a:t>K.SATYA VENKAT</a:t>
            </a:r>
            <a:r>
              <a:rPr kumimoji="0" lang="en-US" altLang="en-IN" sz="28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sym typeface="+mn-ea"/>
              </a:rPr>
              <a:t> (21N31A62</a:t>
            </a:r>
            <a:r>
              <a:rPr kumimoji="0" lang="en-IN" altLang="en-US" sz="28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sym typeface="+mn-ea"/>
              </a:rPr>
              <a:t>31</a:t>
            </a:r>
            <a:r>
              <a:rPr kumimoji="0" lang="en-US" altLang="en-IN" sz="28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sym typeface="+mn-ea"/>
              </a:rPr>
              <a:t>)</a:t>
            </a:r>
            <a:endParaRPr kumimoji="0" lang="en-IN" sz="28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base" latinLnBrk="0" hangingPunct="1">
              <a:lnSpc>
                <a:spcPct val="90000"/>
              </a:lnSpc>
              <a:spcBef>
                <a:spcPts val="1000"/>
              </a:spcBef>
              <a:spcAft>
                <a:spcPct val="0"/>
              </a:spcAft>
              <a:buClrTx/>
              <a:buSzTx/>
              <a:buFont typeface="Arial" panose="020B0604020202020204" pitchFamily="34" charset="0"/>
              <a:buChar char="•"/>
              <a:defRPr/>
            </a:pPr>
            <a:endParaRPr kumimoji="0" lang="en-IN" altLang="en-US" sz="28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theme/theme1.xml><?xml version="1.0" encoding="utf-8"?>
<a:theme xmlns:a="http://schemas.openxmlformats.org/drawingml/2006/main" name="Office Theme">
  <a:themeElements>
    <a:clrScheme name="Composite">
      <a:dk1>
        <a:sysClr val="windowText" lastClr="000000"/>
      </a:dk1>
      <a:lt1>
        <a:sysClr val="window" lastClr="FFFFFF"/>
      </a:lt1>
      <a:dk2>
        <a:srgbClr val="5B6973"/>
      </a:dk2>
      <a:lt2>
        <a:srgbClr val="E7ECED"/>
      </a:lt2>
      <a:accent1>
        <a:srgbClr val="98C723"/>
      </a:accent1>
      <a:accent2>
        <a:srgbClr val="59B0B9"/>
      </a:accent2>
      <a:accent3>
        <a:srgbClr val="DEAE00"/>
      </a:accent3>
      <a:accent4>
        <a:srgbClr val="B77BB4"/>
      </a:accent4>
      <a:accent5>
        <a:srgbClr val="E0773C"/>
      </a:accent5>
      <a:accent6>
        <a:srgbClr val="A98D63"/>
      </a:accent6>
      <a:hlink>
        <a:srgbClr val="26CBEC"/>
      </a:hlink>
      <a:folHlink>
        <a:srgbClr val="598C8C"/>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6969</Words>
  <Application>WPS Presentation</Application>
  <PresentationFormat>Widescreen</PresentationFormat>
  <Paragraphs>207</Paragraphs>
  <Slides>19</Slides>
  <Notes>2</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19</vt:i4>
      </vt:variant>
    </vt:vector>
  </HeadingPairs>
  <TitlesOfParts>
    <vt:vector size="29" baseType="lpstr">
      <vt:lpstr>Arial</vt:lpstr>
      <vt:lpstr>SimSun</vt:lpstr>
      <vt:lpstr>Wingdings</vt:lpstr>
      <vt:lpstr>Calibri</vt:lpstr>
      <vt:lpstr>Calibri Light</vt:lpstr>
      <vt:lpstr>Times New Roman</vt:lpstr>
      <vt:lpstr>Microsoft YaHei</vt:lpstr>
      <vt:lpstr>Arial Narrow</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 V Kamal</dc:creator>
  <cp:lastModifiedBy>Swathi Dandu</cp:lastModifiedBy>
  <cp:revision>27</cp:revision>
  <dcterms:created xsi:type="dcterms:W3CDTF">2022-09-15T14:17:52Z</dcterms:created>
  <dcterms:modified xsi:type="dcterms:W3CDTF">2025-01-27T02:30:06Z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D36FEBFD2C0C4730A0DE62FB4AF47B4A_13</vt:lpwstr>
  </property>
  <property fmtid="{D5CDD505-2E9C-101B-9397-08002B2CF9AE}" pid="3" name="KSOProductBuildVer">
    <vt:lpwstr>2057-12.2.0.19821</vt:lpwstr>
  </property>
</Properties>
</file>